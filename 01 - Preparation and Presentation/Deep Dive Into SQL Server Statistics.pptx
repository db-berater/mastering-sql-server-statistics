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2" r:id="rId1"/>
  </p:sldMasterIdLst>
  <p:notesMasterIdLst>
    <p:notesMasterId r:id="rId21"/>
  </p:notesMasterIdLst>
  <p:handoutMasterIdLst>
    <p:handoutMasterId r:id="rId22"/>
  </p:handoutMasterIdLst>
  <p:sldIdLst>
    <p:sldId id="334" r:id="rId2"/>
    <p:sldId id="421" r:id="rId3"/>
    <p:sldId id="422" r:id="rId4"/>
    <p:sldId id="427" r:id="rId5"/>
    <p:sldId id="448" r:id="rId6"/>
    <p:sldId id="428" r:id="rId7"/>
    <p:sldId id="444" r:id="rId8"/>
    <p:sldId id="443" r:id="rId9"/>
    <p:sldId id="446" r:id="rId10"/>
    <p:sldId id="439" r:id="rId11"/>
    <p:sldId id="447" r:id="rId12"/>
    <p:sldId id="440" r:id="rId13"/>
    <p:sldId id="449" r:id="rId14"/>
    <p:sldId id="450" r:id="rId15"/>
    <p:sldId id="451" r:id="rId16"/>
    <p:sldId id="452" r:id="rId17"/>
    <p:sldId id="265" r:id="rId18"/>
    <p:sldId id="267" r:id="rId19"/>
    <p:sldId id="426" r:id="rId20"/>
  </p:sldIdLst>
  <p:sldSz cx="12192000" cy="6858000"/>
  <p:notesSz cx="6858000" cy="9144000"/>
  <p:defaultTextStyle>
    <a:defPPr>
      <a:defRPr lang="de-DE"/>
    </a:defPPr>
    <a:lvl1pPr marL="0" algn="l" defTabSz="9143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78" algn="l" defTabSz="9143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132" algn="l" defTabSz="9143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8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93957E4-BC71-4D5B-80BE-FD99D7ADA163}" v="43" dt="2026-09-04T06:52:20.04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35" autoAdjust="0"/>
    <p:restoredTop sz="94657" autoAdjust="0"/>
  </p:normalViewPr>
  <p:slideViewPr>
    <p:cSldViewPr snapToGrid="0">
      <p:cViewPr varScale="1">
        <p:scale>
          <a:sx n="87" d="100"/>
          <a:sy n="87" d="100"/>
        </p:scale>
        <p:origin x="422" y="67"/>
      </p:cViewPr>
      <p:guideLst/>
    </p:cSldViewPr>
  </p:slideViewPr>
  <p:outlineViewPr>
    <p:cViewPr>
      <p:scale>
        <a:sx n="33" d="100"/>
        <a:sy n="33" d="100"/>
      </p:scale>
      <p:origin x="0" y="-16008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89" d="100"/>
          <a:sy n="89" d="100"/>
        </p:scale>
        <p:origin x="4109" y="91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28" Type="http://schemas.microsoft.com/office/2015/10/relationships/revisionInfo" Target="revisionInfo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handoutMaster" Target="handoutMasters/handoutMaster1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Uwe Ricken" userId="f02567aecbed924b" providerId="LiveId" clId="{ADCDFE78-46AB-4DFC-8723-F56C4DA88176}"/>
    <pc:docChg chg="undo custSel addSld delSld modSld sldOrd">
      <pc:chgData name="Uwe Ricken" userId="f02567aecbed924b" providerId="LiveId" clId="{ADCDFE78-46AB-4DFC-8723-F56C4DA88176}" dt="2026-09-04T06:52:41.312" v="1145" actId="790"/>
      <pc:docMkLst>
        <pc:docMk/>
      </pc:docMkLst>
      <pc:sldChg chg="addSp delSp modSp add mod modClrScheme chgLayout">
        <pc:chgData name="Uwe Ricken" userId="f02567aecbed924b" providerId="LiveId" clId="{ADCDFE78-46AB-4DFC-8723-F56C4DA88176}" dt="2026-09-04T06:52:41.312" v="1145" actId="790"/>
        <pc:sldMkLst>
          <pc:docMk/>
          <pc:sldMk cId="3583500562" sldId="265"/>
        </pc:sldMkLst>
        <pc:spChg chg="mod ord">
          <ac:chgData name="Uwe Ricken" userId="f02567aecbed924b" providerId="LiveId" clId="{ADCDFE78-46AB-4DFC-8723-F56C4DA88176}" dt="2026-09-04T06:52:41.312" v="1145" actId="790"/>
          <ac:spMkLst>
            <pc:docMk/>
            <pc:sldMk cId="3583500562" sldId="265"/>
            <ac:spMk id="2" creationId="{00000000-0000-0000-0000-000000000000}"/>
          </ac:spMkLst>
        </pc:spChg>
        <pc:spChg chg="mod ord">
          <ac:chgData name="Uwe Ricken" userId="f02567aecbed924b" providerId="LiveId" clId="{ADCDFE78-46AB-4DFC-8723-F56C4DA88176}" dt="2026-09-04T06:52:41.312" v="1145" actId="790"/>
          <ac:spMkLst>
            <pc:docMk/>
            <pc:sldMk cId="3583500562" sldId="265"/>
            <ac:spMk id="3" creationId="{00000000-0000-0000-0000-000000000000}"/>
          </ac:spMkLst>
        </pc:spChg>
        <pc:spChg chg="add mod ord">
          <ac:chgData name="Uwe Ricken" userId="f02567aecbed924b" providerId="LiveId" clId="{ADCDFE78-46AB-4DFC-8723-F56C4DA88176}" dt="2026-09-04T06:52:41.312" v="1145" actId="790"/>
          <ac:spMkLst>
            <pc:docMk/>
            <pc:sldMk cId="3583500562" sldId="265"/>
            <ac:spMk id="4" creationId="{4E3E1A19-00D4-9AAB-DD03-3814B8F0D3A2}"/>
          </ac:spMkLst>
        </pc:spChg>
        <pc:spChg chg="add del mod">
          <ac:chgData name="Uwe Ricken" userId="f02567aecbed924b" providerId="LiveId" clId="{ADCDFE78-46AB-4DFC-8723-F56C4DA88176}" dt="2026-09-04T06:49:02.493" v="977" actId="6264"/>
          <ac:spMkLst>
            <pc:docMk/>
            <pc:sldMk cId="3583500562" sldId="265"/>
            <ac:spMk id="6" creationId="{9E59C324-9DBC-165E-D1E6-E19F7E48E7B2}"/>
          </ac:spMkLst>
        </pc:spChg>
        <pc:spChg chg="add del mod">
          <ac:chgData name="Uwe Ricken" userId="f02567aecbed924b" providerId="LiveId" clId="{ADCDFE78-46AB-4DFC-8723-F56C4DA88176}" dt="2026-09-04T06:49:02.493" v="977" actId="6264"/>
          <ac:spMkLst>
            <pc:docMk/>
            <pc:sldMk cId="3583500562" sldId="265"/>
            <ac:spMk id="7" creationId="{E968C061-20AE-27BC-E572-E77D350415CF}"/>
          </ac:spMkLst>
        </pc:spChg>
        <pc:spChg chg="add del mod">
          <ac:chgData name="Uwe Ricken" userId="f02567aecbed924b" providerId="LiveId" clId="{ADCDFE78-46AB-4DFC-8723-F56C4DA88176}" dt="2026-09-04T06:49:02.493" v="977" actId="6264"/>
          <ac:spMkLst>
            <pc:docMk/>
            <pc:sldMk cId="3583500562" sldId="265"/>
            <ac:spMk id="8" creationId="{A8BCE324-B4A0-A0FD-EA51-E904BC74EE03}"/>
          </ac:spMkLst>
        </pc:spChg>
        <pc:spChg chg="del mod">
          <ac:chgData name="Uwe Ricken" userId="f02567aecbed924b" providerId="LiveId" clId="{ADCDFE78-46AB-4DFC-8723-F56C4DA88176}" dt="2026-09-04T06:43:24.808" v="884" actId="700"/>
          <ac:spMkLst>
            <pc:docMk/>
            <pc:sldMk cId="3583500562" sldId="265"/>
            <ac:spMk id="9" creationId="{00000000-0000-0000-0000-000000000000}"/>
          </ac:spMkLst>
        </pc:spChg>
        <pc:picChg chg="del">
          <ac:chgData name="Uwe Ricken" userId="f02567aecbed924b" providerId="LiveId" clId="{ADCDFE78-46AB-4DFC-8723-F56C4DA88176}" dt="2026-09-04T06:43:02.254" v="881" actId="478"/>
          <ac:picMkLst>
            <pc:docMk/>
            <pc:sldMk cId="3583500562" sldId="265"/>
            <ac:picMk id="5" creationId="{00000000-0000-0000-0000-000000000000}"/>
          </ac:picMkLst>
        </pc:picChg>
        <pc:picChg chg="del">
          <ac:chgData name="Uwe Ricken" userId="f02567aecbed924b" providerId="LiveId" clId="{ADCDFE78-46AB-4DFC-8723-F56C4DA88176}" dt="2026-09-04T06:43:05.963" v="882" actId="478"/>
          <ac:picMkLst>
            <pc:docMk/>
            <pc:sldMk cId="3583500562" sldId="265"/>
            <ac:picMk id="10" creationId="{00000000-0000-0000-0000-000000000000}"/>
          </ac:picMkLst>
        </pc:picChg>
      </pc:sldChg>
      <pc:sldChg chg="add">
        <pc:chgData name="Uwe Ricken" userId="f02567aecbed924b" providerId="LiveId" clId="{ADCDFE78-46AB-4DFC-8723-F56C4DA88176}" dt="2026-09-04T06:45:50.941" v="949"/>
        <pc:sldMkLst>
          <pc:docMk/>
          <pc:sldMk cId="766496067" sldId="267"/>
        </pc:sldMkLst>
      </pc:sldChg>
      <pc:sldChg chg="del mod modShow">
        <pc:chgData name="Uwe Ricken" userId="f02567aecbed924b" providerId="LiveId" clId="{ADCDFE78-46AB-4DFC-8723-F56C4DA88176}" dt="2026-09-04T03:36:21.311" v="51" actId="2696"/>
        <pc:sldMkLst>
          <pc:docMk/>
          <pc:sldMk cId="3203706696" sldId="297"/>
        </pc:sldMkLst>
      </pc:sldChg>
      <pc:sldChg chg="add del">
        <pc:chgData name="Uwe Ricken" userId="f02567aecbed924b" providerId="LiveId" clId="{ADCDFE78-46AB-4DFC-8723-F56C4DA88176}" dt="2026-09-04T03:35:09.050" v="48" actId="2696"/>
        <pc:sldMkLst>
          <pc:docMk/>
          <pc:sldMk cId="3036462345" sldId="423"/>
        </pc:sldMkLst>
      </pc:sldChg>
      <pc:sldChg chg="modSp mod ord modShow">
        <pc:chgData name="Uwe Ricken" userId="f02567aecbed924b" providerId="LiveId" clId="{ADCDFE78-46AB-4DFC-8723-F56C4DA88176}" dt="2026-09-04T04:18:43.872" v="295" actId="20577"/>
        <pc:sldMkLst>
          <pc:docMk/>
          <pc:sldMk cId="1723918427" sldId="427"/>
        </pc:sldMkLst>
        <pc:spChg chg="mod">
          <ac:chgData name="Uwe Ricken" userId="f02567aecbed924b" providerId="LiveId" clId="{ADCDFE78-46AB-4DFC-8723-F56C4DA88176}" dt="2026-09-04T04:18:43.872" v="295" actId="20577"/>
          <ac:spMkLst>
            <pc:docMk/>
            <pc:sldMk cId="1723918427" sldId="427"/>
            <ac:spMk id="2" creationId="{684B64B5-85B3-E815-0704-39A8BA721BC5}"/>
          </ac:spMkLst>
        </pc:spChg>
      </pc:sldChg>
      <pc:sldChg chg="delSp modSp add mod">
        <pc:chgData name="Uwe Ricken" userId="f02567aecbed924b" providerId="LiveId" clId="{ADCDFE78-46AB-4DFC-8723-F56C4DA88176}" dt="2026-09-04T03:33:35.713" v="46" actId="20577"/>
        <pc:sldMkLst>
          <pc:docMk/>
          <pc:sldMk cId="4272028020" sldId="428"/>
        </pc:sldMkLst>
        <pc:spChg chg="mod">
          <ac:chgData name="Uwe Ricken" userId="f02567aecbed924b" providerId="LiveId" clId="{ADCDFE78-46AB-4DFC-8723-F56C4DA88176}" dt="2026-09-04T03:33:28.062" v="44" actId="790"/>
          <ac:spMkLst>
            <pc:docMk/>
            <pc:sldMk cId="4272028020" sldId="428"/>
            <ac:spMk id="2" creationId="{2CF98760-9CAE-26AD-A570-3D6781D6DDA0}"/>
          </ac:spMkLst>
        </pc:spChg>
        <pc:spChg chg="mod">
          <ac:chgData name="Uwe Ricken" userId="f02567aecbed924b" providerId="LiveId" clId="{ADCDFE78-46AB-4DFC-8723-F56C4DA88176}" dt="2026-09-04T03:33:35.713" v="46" actId="20577"/>
          <ac:spMkLst>
            <pc:docMk/>
            <pc:sldMk cId="4272028020" sldId="428"/>
            <ac:spMk id="3" creationId="{8708206E-6D6D-BBFF-B7BB-7ACD9D222499}"/>
          </ac:spMkLst>
        </pc:spChg>
        <pc:spChg chg="del mod">
          <ac:chgData name="Uwe Ricken" userId="f02567aecbed924b" providerId="LiveId" clId="{ADCDFE78-46AB-4DFC-8723-F56C4DA88176}" dt="2026-09-04T03:33:06.884" v="43"/>
          <ac:spMkLst>
            <pc:docMk/>
            <pc:sldMk cId="4272028020" sldId="428"/>
            <ac:spMk id="4" creationId="{3ABDDFB1-FD29-CBAA-E59E-6A3557FBA1FD}"/>
          </ac:spMkLst>
        </pc:spChg>
      </pc:sldChg>
      <pc:sldChg chg="add del">
        <pc:chgData name="Uwe Ricken" userId="f02567aecbed924b" providerId="LiveId" clId="{ADCDFE78-46AB-4DFC-8723-F56C4DA88176}" dt="2026-09-04T03:35:09.050" v="48" actId="2696"/>
        <pc:sldMkLst>
          <pc:docMk/>
          <pc:sldMk cId="1402280082" sldId="438"/>
        </pc:sldMkLst>
      </pc:sldChg>
      <pc:sldChg chg="modSp add mod">
        <pc:chgData name="Uwe Ricken" userId="f02567aecbed924b" providerId="LiveId" clId="{ADCDFE78-46AB-4DFC-8723-F56C4DA88176}" dt="2026-09-04T03:51:55.270" v="163" actId="790"/>
        <pc:sldMkLst>
          <pc:docMk/>
          <pc:sldMk cId="586782314" sldId="439"/>
        </pc:sldMkLst>
        <pc:spChg chg="mod">
          <ac:chgData name="Uwe Ricken" userId="f02567aecbed924b" providerId="LiveId" clId="{ADCDFE78-46AB-4DFC-8723-F56C4DA88176}" dt="2026-09-04T03:51:55.270" v="163" actId="790"/>
          <ac:spMkLst>
            <pc:docMk/>
            <pc:sldMk cId="586782314" sldId="439"/>
            <ac:spMk id="2" creationId="{5118546A-68F4-0997-EB9B-EAB0B3C8B97E}"/>
          </ac:spMkLst>
        </pc:spChg>
        <pc:spChg chg="mod">
          <ac:chgData name="Uwe Ricken" userId="f02567aecbed924b" providerId="LiveId" clId="{ADCDFE78-46AB-4DFC-8723-F56C4DA88176}" dt="2026-09-04T03:51:55.270" v="163" actId="790"/>
          <ac:spMkLst>
            <pc:docMk/>
            <pc:sldMk cId="586782314" sldId="439"/>
            <ac:spMk id="6" creationId="{B3F68817-F07B-78BD-E4F8-D1D84D66E145}"/>
          </ac:spMkLst>
        </pc:spChg>
        <pc:spChg chg="mod">
          <ac:chgData name="Uwe Ricken" userId="f02567aecbed924b" providerId="LiveId" clId="{ADCDFE78-46AB-4DFC-8723-F56C4DA88176}" dt="2026-09-04T03:51:55.270" v="163" actId="790"/>
          <ac:spMkLst>
            <pc:docMk/>
            <pc:sldMk cId="586782314" sldId="439"/>
            <ac:spMk id="7" creationId="{2165EDF6-3E55-2F99-045D-499E9CCEA74E}"/>
          </ac:spMkLst>
        </pc:spChg>
        <pc:spChg chg="mod">
          <ac:chgData name="Uwe Ricken" userId="f02567aecbed924b" providerId="LiveId" clId="{ADCDFE78-46AB-4DFC-8723-F56C4DA88176}" dt="2026-09-04T03:51:55.270" v="163" actId="790"/>
          <ac:spMkLst>
            <pc:docMk/>
            <pc:sldMk cId="586782314" sldId="439"/>
            <ac:spMk id="9" creationId="{0CBC5113-2680-A6A2-F23F-E3665CDB7482}"/>
          </ac:spMkLst>
        </pc:spChg>
        <pc:spChg chg="mod">
          <ac:chgData name="Uwe Ricken" userId="f02567aecbed924b" providerId="LiveId" clId="{ADCDFE78-46AB-4DFC-8723-F56C4DA88176}" dt="2026-09-04T03:51:55.270" v="163" actId="790"/>
          <ac:spMkLst>
            <pc:docMk/>
            <pc:sldMk cId="586782314" sldId="439"/>
            <ac:spMk id="10" creationId="{50908476-80C9-5A00-59EB-78E5B24399B8}"/>
          </ac:spMkLst>
        </pc:spChg>
        <pc:spChg chg="mod">
          <ac:chgData name="Uwe Ricken" userId="f02567aecbed924b" providerId="LiveId" clId="{ADCDFE78-46AB-4DFC-8723-F56C4DA88176}" dt="2026-09-04T03:51:55.270" v="163" actId="790"/>
          <ac:spMkLst>
            <pc:docMk/>
            <pc:sldMk cId="586782314" sldId="439"/>
            <ac:spMk id="12" creationId="{46E2E933-DA56-30DE-1073-212E6E3C2B18}"/>
          </ac:spMkLst>
        </pc:spChg>
        <pc:spChg chg="mod">
          <ac:chgData name="Uwe Ricken" userId="f02567aecbed924b" providerId="LiveId" clId="{ADCDFE78-46AB-4DFC-8723-F56C4DA88176}" dt="2026-09-04T03:51:55.270" v="163" actId="790"/>
          <ac:spMkLst>
            <pc:docMk/>
            <pc:sldMk cId="586782314" sldId="439"/>
            <ac:spMk id="15" creationId="{7DEA002E-D9B3-BE67-C07D-2E458A0DE66A}"/>
          </ac:spMkLst>
        </pc:spChg>
      </pc:sldChg>
      <pc:sldChg chg="add del">
        <pc:chgData name="Uwe Ricken" userId="f02567aecbed924b" providerId="LiveId" clId="{ADCDFE78-46AB-4DFC-8723-F56C4DA88176}" dt="2026-09-04T03:36:01.563" v="50" actId="47"/>
        <pc:sldMkLst>
          <pc:docMk/>
          <pc:sldMk cId="1792107071" sldId="440"/>
        </pc:sldMkLst>
      </pc:sldChg>
      <pc:sldChg chg="add">
        <pc:chgData name="Uwe Ricken" userId="f02567aecbed924b" providerId="LiveId" clId="{ADCDFE78-46AB-4DFC-8723-F56C4DA88176}" dt="2026-09-04T03:34:45.550" v="47"/>
        <pc:sldMkLst>
          <pc:docMk/>
          <pc:sldMk cId="1261488434" sldId="443"/>
        </pc:sldMkLst>
      </pc:sldChg>
      <pc:sldChg chg="add">
        <pc:chgData name="Uwe Ricken" userId="f02567aecbed924b" providerId="LiveId" clId="{ADCDFE78-46AB-4DFC-8723-F56C4DA88176}" dt="2026-09-04T03:34:45.550" v="47"/>
        <pc:sldMkLst>
          <pc:docMk/>
          <pc:sldMk cId="724504868" sldId="444"/>
        </pc:sldMkLst>
      </pc:sldChg>
      <pc:sldChg chg="add">
        <pc:chgData name="Uwe Ricken" userId="f02567aecbed924b" providerId="LiveId" clId="{ADCDFE78-46AB-4DFC-8723-F56C4DA88176}" dt="2026-09-04T03:34:45.550" v="47"/>
        <pc:sldMkLst>
          <pc:docMk/>
          <pc:sldMk cId="1321540184" sldId="446"/>
        </pc:sldMkLst>
      </pc:sldChg>
      <pc:sldChg chg="add">
        <pc:chgData name="Uwe Ricken" userId="f02567aecbed924b" providerId="LiveId" clId="{ADCDFE78-46AB-4DFC-8723-F56C4DA88176}" dt="2026-09-04T03:34:45.550" v="47"/>
        <pc:sldMkLst>
          <pc:docMk/>
          <pc:sldMk cId="2630471571" sldId="447"/>
        </pc:sldMkLst>
      </pc:sldChg>
      <pc:sldChg chg="modSp add mod">
        <pc:chgData name="Uwe Ricken" userId="f02567aecbed924b" providerId="LiveId" clId="{ADCDFE78-46AB-4DFC-8723-F56C4DA88176}" dt="2026-09-04T03:37:27.753" v="110" actId="20577"/>
        <pc:sldMkLst>
          <pc:docMk/>
          <pc:sldMk cId="832578381" sldId="448"/>
        </pc:sldMkLst>
        <pc:spChg chg="mod">
          <ac:chgData name="Uwe Ricken" userId="f02567aecbed924b" providerId="LiveId" clId="{ADCDFE78-46AB-4DFC-8723-F56C4DA88176}" dt="2026-09-04T03:36:52.942" v="67" actId="20577"/>
          <ac:spMkLst>
            <pc:docMk/>
            <pc:sldMk cId="832578381" sldId="448"/>
            <ac:spMk id="2" creationId="{8B3D626D-F31C-30FF-FE10-7546735A14CE}"/>
          </ac:spMkLst>
        </pc:spChg>
        <pc:spChg chg="mod">
          <ac:chgData name="Uwe Ricken" userId="f02567aecbed924b" providerId="LiveId" clId="{ADCDFE78-46AB-4DFC-8723-F56C4DA88176}" dt="2026-09-04T03:37:27.753" v="110" actId="20577"/>
          <ac:spMkLst>
            <pc:docMk/>
            <pc:sldMk cId="832578381" sldId="448"/>
            <ac:spMk id="3" creationId="{2AD98622-A28E-92AE-A688-5BB8C10DB594}"/>
          </ac:spMkLst>
        </pc:spChg>
      </pc:sldChg>
      <pc:sldChg chg="modSp add mod">
        <pc:chgData name="Uwe Ricken" userId="f02567aecbed924b" providerId="LiveId" clId="{ADCDFE78-46AB-4DFC-8723-F56C4DA88176}" dt="2026-09-04T03:51:42.175" v="162" actId="790"/>
        <pc:sldMkLst>
          <pc:docMk/>
          <pc:sldMk cId="2170550589" sldId="449"/>
        </pc:sldMkLst>
        <pc:spChg chg="mod">
          <ac:chgData name="Uwe Ricken" userId="f02567aecbed924b" providerId="LiveId" clId="{ADCDFE78-46AB-4DFC-8723-F56C4DA88176}" dt="2026-09-04T03:51:42.175" v="162" actId="790"/>
          <ac:spMkLst>
            <pc:docMk/>
            <pc:sldMk cId="2170550589" sldId="449"/>
            <ac:spMk id="2" creationId="{31B98E8F-337F-0E09-1460-3CF42A2A837D}"/>
          </ac:spMkLst>
        </pc:spChg>
        <pc:spChg chg="mod">
          <ac:chgData name="Uwe Ricken" userId="f02567aecbed924b" providerId="LiveId" clId="{ADCDFE78-46AB-4DFC-8723-F56C4DA88176}" dt="2026-09-04T03:51:42.175" v="162" actId="790"/>
          <ac:spMkLst>
            <pc:docMk/>
            <pc:sldMk cId="2170550589" sldId="449"/>
            <ac:spMk id="3" creationId="{2AEB3CFC-FE4D-CB10-A11F-92878323652A}"/>
          </ac:spMkLst>
        </pc:spChg>
      </pc:sldChg>
      <pc:sldChg chg="addSp delSp modSp new mod modClrScheme modAnim chgLayout">
        <pc:chgData name="Uwe Ricken" userId="f02567aecbed924b" providerId="LiveId" clId="{ADCDFE78-46AB-4DFC-8723-F56C4DA88176}" dt="2026-09-04T04:00:01.703" v="291"/>
        <pc:sldMkLst>
          <pc:docMk/>
          <pc:sldMk cId="483515026" sldId="450"/>
        </pc:sldMkLst>
        <pc:spChg chg="mod ord">
          <ac:chgData name="Uwe Ricken" userId="f02567aecbed924b" providerId="LiveId" clId="{ADCDFE78-46AB-4DFC-8723-F56C4DA88176}" dt="2026-09-04T03:59:36.628" v="290" actId="790"/>
          <ac:spMkLst>
            <pc:docMk/>
            <pc:sldMk cId="483515026" sldId="450"/>
            <ac:spMk id="2" creationId="{86CED106-DC8A-2F3B-42EE-F176C669A44C}"/>
          </ac:spMkLst>
        </pc:spChg>
        <pc:spChg chg="del mod ord">
          <ac:chgData name="Uwe Ricken" userId="f02567aecbed924b" providerId="LiveId" clId="{ADCDFE78-46AB-4DFC-8723-F56C4DA88176}" dt="2026-09-04T03:52:36.251" v="182" actId="700"/>
          <ac:spMkLst>
            <pc:docMk/>
            <pc:sldMk cId="483515026" sldId="450"/>
            <ac:spMk id="3" creationId="{58C27257-541B-3822-C1FA-54FB4C468FC3}"/>
          </ac:spMkLst>
        </pc:spChg>
        <pc:spChg chg="add del mod ord">
          <ac:chgData name="Uwe Ricken" userId="f02567aecbed924b" providerId="LiveId" clId="{ADCDFE78-46AB-4DFC-8723-F56C4DA88176}" dt="2026-09-04T03:53:48.343" v="183" actId="22"/>
          <ac:spMkLst>
            <pc:docMk/>
            <pc:sldMk cId="483515026" sldId="450"/>
            <ac:spMk id="4" creationId="{94572D9C-110C-20A8-E9CF-16FCB3F1887E}"/>
          </ac:spMkLst>
        </pc:spChg>
        <pc:spChg chg="add mod ord">
          <ac:chgData name="Uwe Ricken" userId="f02567aecbed924b" providerId="LiveId" clId="{ADCDFE78-46AB-4DFC-8723-F56C4DA88176}" dt="2026-09-04T03:59:36.628" v="290" actId="790"/>
          <ac:spMkLst>
            <pc:docMk/>
            <pc:sldMk cId="483515026" sldId="450"/>
            <ac:spMk id="5" creationId="{37499CFD-98E6-07B7-8C9E-BF2C14BFD145}"/>
          </ac:spMkLst>
        </pc:spChg>
        <pc:picChg chg="add mod ord">
          <ac:chgData name="Uwe Ricken" userId="f02567aecbed924b" providerId="LiveId" clId="{ADCDFE78-46AB-4DFC-8723-F56C4DA88176}" dt="2026-09-04T03:53:48.343" v="183" actId="22"/>
          <ac:picMkLst>
            <pc:docMk/>
            <pc:sldMk cId="483515026" sldId="450"/>
            <ac:picMk id="7" creationId="{DEE4F916-CB34-0EB6-1E57-FA18399F7925}"/>
          </ac:picMkLst>
        </pc:picChg>
        <pc:picChg chg="add mod">
          <ac:chgData name="Uwe Ricken" userId="f02567aecbed924b" providerId="LiveId" clId="{ADCDFE78-46AB-4DFC-8723-F56C4DA88176}" dt="2026-09-04T03:56:24.530" v="188" actId="1582"/>
          <ac:picMkLst>
            <pc:docMk/>
            <pc:sldMk cId="483515026" sldId="450"/>
            <ac:picMk id="9" creationId="{A7285931-58EA-3972-ECDB-69059EB05F76}"/>
          </ac:picMkLst>
        </pc:picChg>
      </pc:sldChg>
      <pc:sldChg chg="addSp delSp modSp new mod modClrScheme chgLayout">
        <pc:chgData name="Uwe Ricken" userId="f02567aecbed924b" providerId="LiveId" clId="{ADCDFE78-46AB-4DFC-8723-F56C4DA88176}" dt="2026-09-04T05:57:16.069" v="627" actId="20577"/>
        <pc:sldMkLst>
          <pc:docMk/>
          <pc:sldMk cId="2159323599" sldId="451"/>
        </pc:sldMkLst>
        <pc:spChg chg="del mod ord">
          <ac:chgData name="Uwe Ricken" userId="f02567aecbed924b" providerId="LiveId" clId="{ADCDFE78-46AB-4DFC-8723-F56C4DA88176}" dt="2026-09-04T04:19:01.126" v="296" actId="700"/>
          <ac:spMkLst>
            <pc:docMk/>
            <pc:sldMk cId="2159323599" sldId="451"/>
            <ac:spMk id="2" creationId="{6A653908-FC76-57AE-8B35-4990A7EBF613}"/>
          </ac:spMkLst>
        </pc:spChg>
        <pc:spChg chg="del mod ord">
          <ac:chgData name="Uwe Ricken" userId="f02567aecbed924b" providerId="LiveId" clId="{ADCDFE78-46AB-4DFC-8723-F56C4DA88176}" dt="2026-09-04T04:19:01.126" v="296" actId="700"/>
          <ac:spMkLst>
            <pc:docMk/>
            <pc:sldMk cId="2159323599" sldId="451"/>
            <ac:spMk id="3" creationId="{8E8F215A-CAD8-127A-FEAB-5135DEB964B7}"/>
          </ac:spMkLst>
        </pc:spChg>
        <pc:spChg chg="del">
          <ac:chgData name="Uwe Ricken" userId="f02567aecbed924b" providerId="LiveId" clId="{ADCDFE78-46AB-4DFC-8723-F56C4DA88176}" dt="2026-09-04T04:19:01.126" v="296" actId="700"/>
          <ac:spMkLst>
            <pc:docMk/>
            <pc:sldMk cId="2159323599" sldId="451"/>
            <ac:spMk id="4" creationId="{CBB3C6AF-DC80-C392-AB6D-351934BF66E5}"/>
          </ac:spMkLst>
        </pc:spChg>
        <pc:spChg chg="add mod ord">
          <ac:chgData name="Uwe Ricken" userId="f02567aecbed924b" providerId="LiveId" clId="{ADCDFE78-46AB-4DFC-8723-F56C4DA88176}" dt="2026-09-04T04:21:53.025" v="536" actId="700"/>
          <ac:spMkLst>
            <pc:docMk/>
            <pc:sldMk cId="2159323599" sldId="451"/>
            <ac:spMk id="5" creationId="{F95A5C6F-59A1-79F5-FD34-C2B4C18D723D}"/>
          </ac:spMkLst>
        </pc:spChg>
        <pc:spChg chg="add mod ord">
          <ac:chgData name="Uwe Ricken" userId="f02567aecbed924b" providerId="LiveId" clId="{ADCDFE78-46AB-4DFC-8723-F56C4DA88176}" dt="2026-09-04T04:24:07.184" v="617" actId="20577"/>
          <ac:spMkLst>
            <pc:docMk/>
            <pc:sldMk cId="2159323599" sldId="451"/>
            <ac:spMk id="6" creationId="{AE78492F-4A4B-B20A-E607-E98564D67301}"/>
          </ac:spMkLst>
        </pc:spChg>
        <pc:spChg chg="add mod ord">
          <ac:chgData name="Uwe Ricken" userId="f02567aecbed924b" providerId="LiveId" clId="{ADCDFE78-46AB-4DFC-8723-F56C4DA88176}" dt="2026-09-04T05:57:16.069" v="627" actId="20577"/>
          <ac:spMkLst>
            <pc:docMk/>
            <pc:sldMk cId="2159323599" sldId="451"/>
            <ac:spMk id="7" creationId="{D28FD8A4-1016-E679-A8E2-B4924706398C}"/>
          </ac:spMkLst>
        </pc:spChg>
      </pc:sldChg>
      <pc:sldChg chg="addSp delSp modSp new mod addAnim delAnim modAnim">
        <pc:chgData name="Uwe Ricken" userId="f02567aecbed924b" providerId="LiveId" clId="{ADCDFE78-46AB-4DFC-8723-F56C4DA88176}" dt="2026-09-04T06:37:53.422" v="878"/>
        <pc:sldMkLst>
          <pc:docMk/>
          <pc:sldMk cId="1324504645" sldId="452"/>
        </pc:sldMkLst>
        <pc:spChg chg="mod">
          <ac:chgData name="Uwe Ricken" userId="f02567aecbed924b" providerId="LiveId" clId="{ADCDFE78-46AB-4DFC-8723-F56C4DA88176}" dt="2026-09-04T05:58:06.027" v="656" actId="20577"/>
          <ac:spMkLst>
            <pc:docMk/>
            <pc:sldMk cId="1324504645" sldId="452"/>
            <ac:spMk id="2" creationId="{DD6409B4-8AAE-E12E-F441-DB44B2B2EE82}"/>
          </ac:spMkLst>
        </pc:spChg>
        <pc:spChg chg="mod">
          <ac:chgData name="Uwe Ricken" userId="f02567aecbed924b" providerId="LiveId" clId="{ADCDFE78-46AB-4DFC-8723-F56C4DA88176}" dt="2026-09-04T06:00:45.751" v="857" actId="20577"/>
          <ac:spMkLst>
            <pc:docMk/>
            <pc:sldMk cId="1324504645" sldId="452"/>
            <ac:spMk id="3" creationId="{7700B0E9-5A46-85AF-C209-1BDCF35B4A37}"/>
          </ac:spMkLst>
        </pc:spChg>
        <pc:spChg chg="del">
          <ac:chgData name="Uwe Ricken" userId="f02567aecbed924b" providerId="LiveId" clId="{ADCDFE78-46AB-4DFC-8723-F56C4DA88176}" dt="2026-09-04T06:34:47.142" v="858" actId="478"/>
          <ac:spMkLst>
            <pc:docMk/>
            <pc:sldMk cId="1324504645" sldId="452"/>
            <ac:spMk id="4" creationId="{9D531E58-A82E-948D-390C-2DB0BE91D887}"/>
          </ac:spMkLst>
        </pc:spChg>
        <pc:picChg chg="add mod">
          <ac:chgData name="Uwe Ricken" userId="f02567aecbed924b" providerId="LiveId" clId="{ADCDFE78-46AB-4DFC-8723-F56C4DA88176}" dt="2026-09-04T06:37:20.860" v="874" actId="962"/>
          <ac:picMkLst>
            <pc:docMk/>
            <pc:sldMk cId="1324504645" sldId="452"/>
            <ac:picMk id="6" creationId="{8D6BBEC3-F3AE-7A88-3D5B-85987A0F910B}"/>
          </ac:picMkLst>
        </pc:picChg>
        <pc:picChg chg="add mod">
          <ac:chgData name="Uwe Ricken" userId="f02567aecbed924b" providerId="LiveId" clId="{ADCDFE78-46AB-4DFC-8723-F56C4DA88176}" dt="2026-09-04T06:37:29.073" v="875" actId="962"/>
          <ac:picMkLst>
            <pc:docMk/>
            <pc:sldMk cId="1324504645" sldId="452"/>
            <ac:picMk id="7" creationId="{7D052FBA-CE81-EA1E-888A-AD0BA3DEFD3C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2595F6E2-816D-EA6A-5DEA-40D76F1BD4D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E7772916-3EAE-B9EC-60EA-921EFA711CF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2BBF07A-ED4C-4AF9-AE1D-92DA2A77E055}" type="datetimeFigureOut">
              <a:rPr lang="en-US" smtClean="0"/>
              <a:t>9/4/2026</a:t>
            </a:fld>
            <a:endParaRPr lang="en-US" dirty="0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6C6A97A4-A61F-8813-DE61-CB30C96B68A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C2987BBE-EA5A-0658-2230-8B45339B9D2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B1003D-A7A4-4B78-8434-F81A4CB87921}" type="slidenum">
              <a:rPr lang="en-US" smtClean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92464900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4B63C78-F46A-42B2-BCDE-B4D920D39058}" type="datetimeFigureOut">
              <a:rPr lang="de-DE" smtClean="0"/>
              <a:t>04.09.2026</a:t>
            </a:fld>
            <a:endParaRPr lang="de-DE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DE" dirty="0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DE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D5F965-EADC-41B6-9D17-C184A12BE1F0}" type="slidenum">
              <a:rPr lang="de-DE" smtClean="0"/>
              <a:t>‹Nr.›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404491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4F3F98B-DCFC-47FF-B222-63D8297F3274}" type="slidenum">
              <a:rPr lang="de-DE" smtClean="0"/>
              <a:t>1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53416585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D327E8-CC64-6B47-4C70-06A4E97BAF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E2517C9B-C16C-F1B8-5498-FAC0D2DE23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BB29DA42-708B-9B49-5FC5-18E9E34A8E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789357AB-2A28-E0B9-C953-7A2892DDF7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4F3F98B-DCFC-47FF-B222-63D8297F3274}" type="slidenum">
              <a:rPr lang="de-DE" smtClean="0"/>
              <a:t>6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60820660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first step toward a new house is finding the right partner to create the construction plans.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C0E13A-AC4F-425F-B44F-08260CBC45F4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296688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7E8564-806D-0C7C-7059-9D3FB3D45C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A3E5E07A-B4B3-222D-B167-033BDA295F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BDDF6E69-0E12-E575-9935-9E5DEBDA95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first step toward a new house is finding the right partner to create the construction plans.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81FC5674-9E92-B7A8-135D-911A436199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C0E13A-AC4F-425F-B44F-08260CBC45F4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634610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2B84C3-B6C9-EE7F-6C85-C6353C29F3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8C0EEAAF-0C37-F168-3F3A-374905EC0A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4D2BA9BF-7984-84E2-5C27-3F1CC644D4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B8CD735-0740-5D34-D48D-9561AF11A4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C0E13A-AC4F-425F-B44F-08260CBC45F4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90521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3FB79F-A7A0-0E8E-5ED3-79ABB7F358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974A5376-1900-73F7-1698-08973A9655F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3A633536-B468-0C39-A27B-6DB3043952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Microsoft regularly assesses the architect's skills and sends him to seminars to learn new technologies.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456271B-6045-40D8-F587-474AAF700F6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C0E13A-AC4F-425F-B44F-08260CBC45F4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725423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761312-1CDB-5655-E97A-1F269E143D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AA05A6A1-E254-27EB-1D1F-73BAFAC988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39127114-8AD9-9113-31D5-4199A14443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 example of a cost assessment:</a:t>
            </a:r>
          </a:p>
          <a:p>
            <a:r>
              <a:rPr lang="en-US" dirty="0"/>
              <a:t>The architect must factor in the cost of excavating the construction pit!</a:t>
            </a:r>
          </a:p>
          <a:p>
            <a:r>
              <a:rPr lang="en-US" dirty="0"/>
              <a:t>Should he employ five workers to dig the pit by hand?</a:t>
            </a:r>
          </a:p>
          <a:p>
            <a:r>
              <a:rPr lang="en-US" dirty="0"/>
              <a:t>Or should he use an excavator to dig it?</a:t>
            </a:r>
          </a:p>
          <a:p>
            <a:endParaRPr lang="en-US" dirty="0"/>
          </a:p>
          <a:p>
            <a:r>
              <a:rPr lang="en-US" dirty="0"/>
              <a:t>The architect will calculate the costs for both options and then choose the most cost-effective solution!</a:t>
            </a:r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EBF9360-F701-3C6F-F934-5F3E503D00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8C0E13A-AC4F-425F-B44F-08260CBC45F4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206289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2F01CD-248C-2DA7-6096-B4C013A5F3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>
            <a:extLst>
              <a:ext uri="{FF2B5EF4-FFF2-40B4-BE49-F238E27FC236}">
                <a16:creationId xmlns:a16="http://schemas.microsoft.com/office/drawing/2014/main" id="{19AD4F13-F64A-80DA-7188-A3407F93DE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>
            <a:extLst>
              <a:ext uri="{FF2B5EF4-FFF2-40B4-BE49-F238E27FC236}">
                <a16:creationId xmlns:a16="http://schemas.microsoft.com/office/drawing/2014/main" id="{A8AE3EE9-82CD-2960-8270-C62EC30B41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0EEDCD71-4D98-A047-F4B6-D996E848C5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4F3F98B-DCFC-47FF-B222-63D8297F3274}" type="slidenum">
              <a:rPr lang="de-DE" smtClean="0"/>
              <a:t>13</a:t>
            </a:fld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2674654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>
          <a:xfrm>
            <a:off x="344245" y="1665289"/>
            <a:ext cx="11510683" cy="1763712"/>
          </a:xfrm>
        </p:spPr>
        <p:txBody>
          <a:bodyPr anchor="b">
            <a:normAutofit/>
          </a:bodyPr>
          <a:lstStyle>
            <a:lvl1pPr algn="ctr">
              <a:defRPr sz="4000" b="0">
                <a:solidFill>
                  <a:schemeClr val="accent1"/>
                </a:solidFill>
                <a:latin typeface="+mj-lt"/>
              </a:defRPr>
            </a:lvl1pPr>
          </a:lstStyle>
          <a:p>
            <a:r>
              <a:rPr lang="de-DE" noProof="0"/>
              <a:t>Mastertitelformat bearbeiten</a:t>
            </a:r>
            <a:endParaRPr lang="en-US" noProof="0" dirty="0"/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>
          <a:xfrm>
            <a:off x="344245" y="3602044"/>
            <a:ext cx="11510683" cy="2011953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43" indent="0" algn="ctr">
              <a:buNone/>
              <a:defRPr sz="2000"/>
            </a:lvl2pPr>
            <a:lvl3pPr marL="914286" indent="0" algn="ctr">
              <a:buNone/>
              <a:defRPr sz="1867"/>
            </a:lvl3pPr>
            <a:lvl4pPr marL="1371430" indent="0" algn="ctr">
              <a:buNone/>
              <a:defRPr sz="1600"/>
            </a:lvl4pPr>
            <a:lvl5pPr marL="1828573" indent="0" algn="ctr">
              <a:buNone/>
              <a:defRPr sz="1600"/>
            </a:lvl5pPr>
            <a:lvl6pPr marL="2285718" indent="0" algn="ctr">
              <a:buNone/>
              <a:defRPr sz="1600"/>
            </a:lvl6pPr>
            <a:lvl7pPr marL="2742858" indent="0" algn="ctr">
              <a:buNone/>
              <a:defRPr sz="1600"/>
            </a:lvl7pPr>
            <a:lvl8pPr marL="3200000" indent="0" algn="ctr">
              <a:buNone/>
              <a:defRPr sz="1600"/>
            </a:lvl8pPr>
            <a:lvl9pPr marL="3657143" indent="0" algn="ctr">
              <a:buNone/>
              <a:defRPr sz="1600"/>
            </a:lvl9pPr>
          </a:lstStyle>
          <a:p>
            <a:r>
              <a:rPr lang="de-DE" noProof="0"/>
              <a:t>Master-Untertitelformat bearbeiten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894050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2880">
          <p15:clr>
            <a:srgbClr val="FBAE40"/>
          </p15:clr>
        </p15:guide>
        <p15:guide id="5" orient="horz" pos="232">
          <p15:clr>
            <a:srgbClr val="FBAE40"/>
          </p15:clr>
        </p15:guide>
        <p15:guide id="6" orient="horz" pos="2160">
          <p15:clr>
            <a:srgbClr val="FBAE40"/>
          </p15:clr>
        </p15:guide>
        <p15:guide id="7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34965" y="441326"/>
            <a:ext cx="9037636" cy="1116016"/>
          </a:xfrm>
        </p:spPr>
        <p:txBody>
          <a:bodyPr>
            <a:normAutofit/>
          </a:bodyPr>
          <a:lstStyle>
            <a:lvl1pPr>
              <a:defRPr sz="3200">
                <a:solidFill>
                  <a:schemeClr val="accent1"/>
                </a:solidFill>
              </a:defRPr>
            </a:lvl1pPr>
          </a:lstStyle>
          <a:p>
            <a:r>
              <a:rPr lang="de-DE" noProof="0"/>
              <a:t>Mastertitelformat bearbeiten</a:t>
            </a:r>
            <a:endParaRPr lang="en-US" noProof="0" dirty="0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334963" y="1665288"/>
            <a:ext cx="11522077" cy="4572000"/>
          </a:xfrm>
        </p:spPr>
        <p:txBody>
          <a:bodyPr/>
          <a:lstStyle/>
          <a:p>
            <a:pPr lvl="0"/>
            <a:r>
              <a:rPr lang="de-DE" noProof="0" dirty="0"/>
              <a:t>Mastertextformat bearbeiten</a:t>
            </a:r>
          </a:p>
          <a:p>
            <a:pPr lvl="1"/>
            <a:r>
              <a:rPr lang="de-DE" noProof="0" dirty="0"/>
              <a:t>Zweite Ebene</a:t>
            </a:r>
          </a:p>
          <a:p>
            <a:pPr lvl="2"/>
            <a:r>
              <a:rPr lang="de-DE" noProof="0" dirty="0"/>
              <a:t>Dritte Ebene</a:t>
            </a:r>
          </a:p>
          <a:p>
            <a:pPr lvl="3"/>
            <a:r>
              <a:rPr lang="de-DE" noProof="0" dirty="0"/>
              <a:t>Vierte Ebene</a:t>
            </a:r>
          </a:p>
          <a:p>
            <a:pPr lvl="4"/>
            <a:r>
              <a:rPr lang="de-DE" noProof="0" dirty="0"/>
              <a:t>Fünfte Ebene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860294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21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34965" y="441326"/>
            <a:ext cx="9037635" cy="1116015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de-DE" noProof="0"/>
              <a:t>Mastertitelformat bearbeiten</a:t>
            </a:r>
            <a:endParaRPr lang="en-US" noProof="0" dirty="0"/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334966" y="1665288"/>
            <a:ext cx="5581743" cy="4572000"/>
          </a:xfrm>
        </p:spPr>
        <p:txBody>
          <a:bodyPr/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 dirty="0"/>
          </a:p>
        </p:txBody>
      </p:sp>
      <p:sp>
        <p:nvSpPr>
          <p:cNvPr id="4" name="Inhaltsplatzhalter 3"/>
          <p:cNvSpPr>
            <a:spLocks noGrp="1"/>
          </p:cNvSpPr>
          <p:nvPr>
            <p:ph sz="half" idx="2"/>
          </p:nvPr>
        </p:nvSpPr>
        <p:spPr>
          <a:xfrm>
            <a:off x="6271709" y="1665291"/>
            <a:ext cx="5585331" cy="4571999"/>
          </a:xfrm>
        </p:spPr>
        <p:txBody>
          <a:bodyPr/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0997003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34966" y="441326"/>
            <a:ext cx="8640761" cy="1116013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de-DE" noProof="0"/>
              <a:t>Mastertitelformat bearbeiten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38729357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b Berater - Coding Exampl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5368066" y="1678742"/>
            <a:ext cx="6488975" cy="4558548"/>
          </a:xfrm>
        </p:spPr>
        <p:txBody>
          <a:bodyPr>
            <a:normAutofit/>
          </a:bodyPr>
          <a:lstStyle>
            <a:lvl1pPr marL="0" indent="0">
              <a:buNone/>
              <a:defRPr sz="1600">
                <a:latin typeface="Lucida Console" panose="020B0609040504020204" pitchFamily="49" charset="0"/>
              </a:defRPr>
            </a:lvl1pPr>
            <a:lvl2pPr marL="457155" indent="0">
              <a:buNone/>
              <a:defRPr sz="1600">
                <a:latin typeface="Lucida Console" panose="020B0609040504020204" pitchFamily="49" charset="0"/>
              </a:defRPr>
            </a:lvl2pPr>
            <a:lvl3pPr marL="914308" indent="0">
              <a:buNone/>
              <a:defRPr sz="1600">
                <a:latin typeface="Lucida Console" panose="020B0609040504020204" pitchFamily="49" charset="0"/>
              </a:defRPr>
            </a:lvl3pPr>
            <a:lvl4pPr marL="1371462" indent="0">
              <a:buNone/>
              <a:defRPr sz="1600">
                <a:latin typeface="Lucida Console" panose="020B0609040504020204" pitchFamily="49" charset="0"/>
              </a:defRPr>
            </a:lvl4pPr>
            <a:lvl5pPr marL="1828618" indent="0">
              <a:buNone/>
              <a:defRPr sz="1600">
                <a:latin typeface="Lucida Console" panose="020B0609040504020204" pitchFamily="49" charset="0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 noProof="0"/>
              <a:t>Mastertextformat bearbeiten</a:t>
            </a:r>
          </a:p>
        </p:txBody>
      </p:sp>
      <p:sp>
        <p:nvSpPr>
          <p:cNvPr id="4" name="Textplatzhalter 3"/>
          <p:cNvSpPr>
            <a:spLocks noGrp="1"/>
          </p:cNvSpPr>
          <p:nvPr>
            <p:ph type="body" sz="half" idx="2"/>
          </p:nvPr>
        </p:nvSpPr>
        <p:spPr>
          <a:xfrm>
            <a:off x="334964" y="1678742"/>
            <a:ext cx="5033101" cy="4558548"/>
          </a:xfrm>
        </p:spPr>
        <p:txBody>
          <a:bodyPr/>
          <a:lstStyle>
            <a:lvl1pPr marL="228589" indent="-228589">
              <a:buFont typeface="Arial" panose="020B0604020202020204" pitchFamily="34" charset="0"/>
              <a:buChar char="•"/>
              <a:defRPr sz="1600"/>
            </a:lvl1pPr>
            <a:lvl2pPr marL="457143" indent="0">
              <a:buNone/>
              <a:defRPr sz="1467"/>
            </a:lvl2pPr>
            <a:lvl3pPr marL="914286" indent="0">
              <a:buNone/>
              <a:defRPr sz="1200"/>
            </a:lvl3pPr>
            <a:lvl4pPr marL="1371430" indent="0">
              <a:buNone/>
              <a:defRPr sz="1067"/>
            </a:lvl4pPr>
            <a:lvl5pPr marL="1828573" indent="0">
              <a:buNone/>
              <a:defRPr sz="1067"/>
            </a:lvl5pPr>
            <a:lvl6pPr marL="2285718" indent="0">
              <a:buNone/>
              <a:defRPr sz="1067"/>
            </a:lvl6pPr>
            <a:lvl7pPr marL="2742858" indent="0">
              <a:buNone/>
              <a:defRPr sz="1067"/>
            </a:lvl7pPr>
            <a:lvl8pPr marL="3200000" indent="0">
              <a:buNone/>
              <a:defRPr sz="1067"/>
            </a:lvl8pPr>
            <a:lvl9pPr marL="3657143" indent="0">
              <a:buNone/>
              <a:defRPr sz="1067"/>
            </a:lvl9pPr>
          </a:lstStyle>
          <a:p>
            <a:pPr lvl="0"/>
            <a:r>
              <a:rPr lang="de-DE" noProof="0"/>
              <a:t>Mastertextformat bearbeiten</a:t>
            </a:r>
          </a:p>
        </p:txBody>
      </p:sp>
      <p:sp>
        <p:nvSpPr>
          <p:cNvPr id="5" name="Titel 1">
            <a:extLst>
              <a:ext uri="{FF2B5EF4-FFF2-40B4-BE49-F238E27FC236}">
                <a16:creationId xmlns:a16="http://schemas.microsoft.com/office/drawing/2014/main" id="{A12C8F18-4741-03DA-3F19-FC0858FBFA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3" y="441326"/>
            <a:ext cx="9037637" cy="1116015"/>
          </a:xfrm>
        </p:spPr>
        <p:txBody>
          <a:bodyPr/>
          <a:lstStyle>
            <a:lvl1pPr>
              <a:defRPr>
                <a:solidFill>
                  <a:schemeClr val="accent1"/>
                </a:solidFill>
              </a:defRPr>
            </a:lvl1pPr>
          </a:lstStyle>
          <a:p>
            <a:r>
              <a:rPr lang="de-DE" noProof="0"/>
              <a:t>Mastertitelformat bearbeiten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2581560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101505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hyperlink" Target="http://www.db-berater.de/" TargetMode="External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354107" y="450852"/>
            <a:ext cx="9018492" cy="1102353"/>
          </a:xfrm>
          <a:prstGeom prst="rect">
            <a:avLst/>
          </a:prstGeom>
        </p:spPr>
        <p:txBody>
          <a:bodyPr vert="horz" lIns="68579" tIns="34289" rIns="68579" bIns="34289" rtlCol="0" anchor="ctr">
            <a:normAutofit/>
          </a:bodyPr>
          <a:lstStyle/>
          <a:p>
            <a:r>
              <a:rPr lang="en-US" noProof="0" dirty="0" err="1"/>
              <a:t>Titelmasterformat</a:t>
            </a:r>
            <a:r>
              <a:rPr lang="en-US" noProof="0" dirty="0"/>
              <a:t> </a:t>
            </a:r>
            <a:r>
              <a:rPr lang="en-US" noProof="0" dirty="0" err="1"/>
              <a:t>durch</a:t>
            </a:r>
            <a:r>
              <a:rPr lang="en-US" noProof="0" dirty="0"/>
              <a:t> </a:t>
            </a:r>
            <a:r>
              <a:rPr lang="en-US" noProof="0" dirty="0" err="1"/>
              <a:t>Klicken</a:t>
            </a:r>
            <a:r>
              <a:rPr lang="en-US" noProof="0" dirty="0"/>
              <a:t> </a:t>
            </a:r>
            <a:r>
              <a:rPr lang="en-US" noProof="0" dirty="0" err="1"/>
              <a:t>bearbeiten</a:t>
            </a:r>
            <a:endParaRPr lang="en-US" noProof="0" dirty="0"/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354107" y="1665290"/>
            <a:ext cx="11490063" cy="4571999"/>
          </a:xfrm>
          <a:prstGeom prst="rect">
            <a:avLst/>
          </a:prstGeom>
        </p:spPr>
        <p:txBody>
          <a:bodyPr vert="horz" lIns="68579" tIns="34289" rIns="68579" bIns="34289" rtlCol="0">
            <a:normAutofit/>
          </a:bodyPr>
          <a:lstStyle/>
          <a:p>
            <a:pPr lvl="0"/>
            <a:r>
              <a:rPr lang="en-US" noProof="0" dirty="0" err="1"/>
              <a:t>Textmasterformat</a:t>
            </a:r>
            <a:r>
              <a:rPr lang="en-US" noProof="0" dirty="0"/>
              <a:t> </a:t>
            </a:r>
            <a:r>
              <a:rPr lang="en-US" noProof="0" dirty="0" err="1"/>
              <a:t>bearbeiten</a:t>
            </a:r>
            <a:endParaRPr lang="en-US" noProof="0" dirty="0"/>
          </a:p>
          <a:p>
            <a:pPr lvl="1"/>
            <a:r>
              <a:rPr lang="en-US" noProof="0" dirty="0" err="1"/>
              <a:t>Zweite</a:t>
            </a:r>
            <a:r>
              <a:rPr lang="en-US" noProof="0" dirty="0"/>
              <a:t> Ebene</a:t>
            </a:r>
          </a:p>
          <a:p>
            <a:pPr lvl="2"/>
            <a:r>
              <a:rPr lang="en-US" noProof="0" dirty="0" err="1"/>
              <a:t>Dritte</a:t>
            </a:r>
            <a:r>
              <a:rPr lang="en-US" noProof="0" dirty="0"/>
              <a:t> Ebene</a:t>
            </a:r>
          </a:p>
          <a:p>
            <a:pPr lvl="3"/>
            <a:r>
              <a:rPr lang="en-US" noProof="0" dirty="0" err="1"/>
              <a:t>Vierte</a:t>
            </a:r>
            <a:r>
              <a:rPr lang="en-US" noProof="0" dirty="0"/>
              <a:t> Ebene</a:t>
            </a:r>
          </a:p>
          <a:p>
            <a:pPr lvl="4"/>
            <a:r>
              <a:rPr lang="en-US" noProof="0" dirty="0" err="1"/>
              <a:t>Fünfte</a:t>
            </a:r>
            <a:r>
              <a:rPr lang="en-US" noProof="0" dirty="0"/>
              <a:t> Ebene</a:t>
            </a:r>
          </a:p>
        </p:txBody>
      </p:sp>
      <p:sp>
        <p:nvSpPr>
          <p:cNvPr id="4" name="Textfeld 3"/>
          <p:cNvSpPr txBox="1"/>
          <p:nvPr/>
        </p:nvSpPr>
        <p:spPr>
          <a:xfrm>
            <a:off x="9372600" y="450848"/>
            <a:ext cx="2471568" cy="1231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400" b="1" noProof="0" dirty="0">
                <a:solidFill>
                  <a:schemeClr val="accent1"/>
                </a:solidFill>
                <a:latin typeface="Calibri" panose="020F0502020204030204" pitchFamily="34" charset="0"/>
              </a:rPr>
              <a:t>db </a:t>
            </a:r>
            <a:r>
              <a:rPr lang="en-US" sz="2400" b="1" noProof="0" dirty="0">
                <a:latin typeface="Calibri" panose="020F0502020204030204" pitchFamily="34" charset="0"/>
              </a:rPr>
              <a:t>Berater GmbH</a:t>
            </a:r>
          </a:p>
          <a:p>
            <a:pPr algn="r"/>
            <a:r>
              <a:rPr lang="en-US" sz="1000" b="1" noProof="0" dirty="0"/>
              <a:t>Planung – Installation</a:t>
            </a:r>
            <a:r>
              <a:rPr lang="en-US" sz="1000" b="1" baseline="0" noProof="0" dirty="0"/>
              <a:t> – Optimierung</a:t>
            </a:r>
            <a:br>
              <a:rPr lang="en-US" sz="1000" b="1" baseline="0" noProof="0" dirty="0"/>
            </a:br>
            <a:br>
              <a:rPr lang="en-US" sz="1000" b="1" baseline="0" noProof="0" dirty="0"/>
            </a:br>
            <a:endParaRPr lang="en-US" sz="1000" b="1" noProof="0" dirty="0"/>
          </a:p>
          <a:p>
            <a:pPr algn="r"/>
            <a:r>
              <a:rPr lang="en-US" sz="1000" b="1" noProof="0" dirty="0">
                <a:hlinkClick r:id="rId8"/>
              </a:rPr>
              <a:t>http://www.db-berater.de</a:t>
            </a:r>
            <a:endParaRPr lang="en-US" sz="1000" b="1" noProof="0" dirty="0"/>
          </a:p>
          <a:p>
            <a:pPr algn="r"/>
            <a:r>
              <a:rPr lang="en-US" sz="1000" b="1" noProof="0" dirty="0"/>
              <a:t>info@db-berater.de</a:t>
            </a:r>
          </a:p>
        </p:txBody>
      </p:sp>
      <p:sp>
        <p:nvSpPr>
          <p:cNvPr id="5" name="Rechteck 4">
            <a:extLst>
              <a:ext uri="{FF2B5EF4-FFF2-40B4-BE49-F238E27FC236}">
                <a16:creationId xmlns:a16="http://schemas.microsoft.com/office/drawing/2014/main" id="{CE3090C9-CD56-60CA-9231-B8662A341995}"/>
              </a:ext>
            </a:extLst>
          </p:cNvPr>
          <p:cNvSpPr/>
          <p:nvPr/>
        </p:nvSpPr>
        <p:spPr>
          <a:xfrm>
            <a:off x="0" y="6309320"/>
            <a:ext cx="12192000" cy="548680"/>
          </a:xfrm>
          <a:prstGeom prst="rect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400" noProof="0" dirty="0"/>
          </a:p>
        </p:txBody>
      </p:sp>
      <p:sp>
        <p:nvSpPr>
          <p:cNvPr id="8" name="Textfeld 7"/>
          <p:cNvSpPr txBox="1"/>
          <p:nvPr/>
        </p:nvSpPr>
        <p:spPr>
          <a:xfrm>
            <a:off x="9648395" y="6429773"/>
            <a:ext cx="229622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200" b="1" noProof="0" dirty="0">
                <a:solidFill>
                  <a:schemeClr val="bg1"/>
                </a:solidFill>
              </a:rPr>
              <a:t>© db</a:t>
            </a:r>
            <a:r>
              <a:rPr lang="en-US" sz="1200" b="1" baseline="0" noProof="0" dirty="0">
                <a:solidFill>
                  <a:schemeClr val="bg1"/>
                </a:solidFill>
              </a:rPr>
              <a:t> Berater GmbH (</a:t>
            </a:r>
            <a:fld id="{918F7804-3F46-47BC-B8F6-F601438D5C89}" type="datetimeyyyy">
              <a:rPr lang="en-US" sz="1200" b="1" baseline="0" noProof="0" smtClean="0">
                <a:solidFill>
                  <a:schemeClr val="bg1"/>
                </a:solidFill>
              </a:rPr>
              <a:t>2026</a:t>
            </a:fld>
            <a:r>
              <a:rPr lang="en-US" sz="1200" b="1" baseline="0" noProof="0" dirty="0">
                <a:solidFill>
                  <a:schemeClr val="bg1"/>
                </a:solidFill>
              </a:rPr>
              <a:t>)</a:t>
            </a:r>
            <a:endParaRPr lang="en-US" sz="1200" b="1" noProof="0" dirty="0">
              <a:solidFill>
                <a:schemeClr val="bg1"/>
              </a:solidFill>
            </a:endParaRPr>
          </a:p>
        </p:txBody>
      </p:sp>
      <p:sp>
        <p:nvSpPr>
          <p:cNvPr id="7" name="Textfeld 6"/>
          <p:cNvSpPr txBox="1"/>
          <p:nvPr/>
        </p:nvSpPr>
        <p:spPr>
          <a:xfrm>
            <a:off x="290584" y="6429773"/>
            <a:ext cx="484530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b="1" noProof="0" dirty="0">
                <a:solidFill>
                  <a:schemeClr val="bg2"/>
                </a:solidFill>
              </a:rPr>
              <a:t>Author</a:t>
            </a:r>
            <a:r>
              <a:rPr lang="en-US" sz="1200" b="1" noProof="0" dirty="0">
                <a:solidFill>
                  <a:schemeClr val="bg1"/>
                </a:solidFill>
              </a:rPr>
              <a:t>: Uwe Ricken (Data Platform MVP / MCM)</a:t>
            </a:r>
          </a:p>
        </p:txBody>
      </p:sp>
    </p:spTree>
    <p:extLst>
      <p:ext uri="{BB962C8B-B14F-4D97-AF65-F5344CB8AC3E}">
        <p14:creationId xmlns:p14="http://schemas.microsoft.com/office/powerpoint/2010/main" val="19831711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3" r:id="rId1"/>
    <p:sldLayoutId id="2147483684" r:id="rId2"/>
    <p:sldLayoutId id="2147483685" r:id="rId3"/>
    <p:sldLayoutId id="2147483686" r:id="rId4"/>
    <p:sldLayoutId id="2147483687" r:id="rId5"/>
    <p:sldLayoutId id="2147483690" r:id="rId6"/>
  </p:sldLayoutIdLst>
  <p:txStyles>
    <p:titleStyle>
      <a:lvl1pPr algn="l" defTabSz="914309" rtl="0" eaLnBrk="1" latinLnBrk="0" hangingPunct="1">
        <a:lnSpc>
          <a:spcPct val="90000"/>
        </a:lnSpc>
        <a:spcBef>
          <a:spcPct val="0"/>
        </a:spcBef>
        <a:buNone/>
        <a:defRPr sz="3200" b="1" kern="1200">
          <a:solidFill>
            <a:srgbClr val="5B9BD5"/>
          </a:solidFill>
          <a:latin typeface="+mj-lt"/>
          <a:ea typeface="+mj-ea"/>
          <a:cs typeface="+mj-cs"/>
        </a:defRPr>
      </a:lvl1pPr>
    </p:titleStyle>
    <p:bodyStyle>
      <a:lvl1pPr marL="228578" indent="-228578" algn="l" defTabSz="914309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685734" indent="-228578" algn="l" defTabSz="914309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886" indent="-228578" algn="l" defTabSz="914309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040" indent="-228578" algn="l" defTabSz="914309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195" indent="-228578" algn="l" defTabSz="914309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349" indent="-228578" algn="l" defTabSz="914309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7" kern="1200">
          <a:solidFill>
            <a:schemeClr val="tx1"/>
          </a:solidFill>
          <a:latin typeface="+mn-lt"/>
          <a:ea typeface="+mn-ea"/>
          <a:cs typeface="+mn-cs"/>
        </a:defRPr>
      </a:lvl6pPr>
      <a:lvl7pPr marL="2971504" indent="-228578" algn="l" defTabSz="914309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7" kern="1200">
          <a:solidFill>
            <a:schemeClr val="tx1"/>
          </a:solidFill>
          <a:latin typeface="+mn-lt"/>
          <a:ea typeface="+mn-ea"/>
          <a:cs typeface="+mn-cs"/>
        </a:defRPr>
      </a:lvl7pPr>
      <a:lvl8pPr marL="3428658" indent="-228578" algn="l" defTabSz="914309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7" kern="1200">
          <a:solidFill>
            <a:schemeClr val="tx1"/>
          </a:solidFill>
          <a:latin typeface="+mn-lt"/>
          <a:ea typeface="+mn-ea"/>
          <a:cs typeface="+mn-cs"/>
        </a:defRPr>
      </a:lvl8pPr>
      <a:lvl9pPr marL="3885814" indent="-228578" algn="l" defTabSz="914309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6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309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1pPr>
      <a:lvl2pPr marL="457155" algn="l" defTabSz="914309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2pPr>
      <a:lvl3pPr marL="914309" algn="l" defTabSz="914309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3pPr>
      <a:lvl4pPr marL="1371464" algn="l" defTabSz="914309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4pPr>
      <a:lvl5pPr marL="1828618" algn="l" defTabSz="914309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5pPr>
      <a:lvl6pPr marL="2285774" algn="l" defTabSz="914309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6pPr>
      <a:lvl7pPr marL="2742926" algn="l" defTabSz="914309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7pPr>
      <a:lvl8pPr marL="3200080" algn="l" defTabSz="914309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8pPr>
      <a:lvl9pPr marL="3657235" algn="l" defTabSz="914309" rtl="0" eaLnBrk="1" latinLnBrk="0" hangingPunct="1">
        <a:defRPr sz="186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>
          <p15:clr>
            <a:srgbClr val="F26B43"/>
          </p15:clr>
        </p15:guide>
        <p15:guide id="2" orient="horz" pos="278" userDrawn="1">
          <p15:clr>
            <a:srgbClr val="F26B43"/>
          </p15:clr>
        </p15:guide>
        <p15:guide id="3" pos="211" userDrawn="1">
          <p15:clr>
            <a:srgbClr val="F26B43"/>
          </p15:clr>
        </p15:guide>
        <p15:guide id="4" pos="5654" userDrawn="1">
          <p15:clr>
            <a:srgbClr val="F26B43"/>
          </p15:clr>
        </p15:guide>
        <p15:guide id="5" orient="horz" pos="981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b-berater/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hyperlink" Target="mailto:uwe.ricken@db-berater.de" TargetMode="External"/><Relationship Id="rId7" Type="http://schemas.openxmlformats.org/officeDocument/2006/relationships/image" Target="../media/image2.jpg"/><Relationship Id="rId2" Type="http://schemas.openxmlformats.org/officeDocument/2006/relationships/hyperlink" Target="http://www.db-berater.de/" TargetMode="Externa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.png"/><Relationship Id="rId5" Type="http://schemas.openxmlformats.org/officeDocument/2006/relationships/hyperlink" Target="https://bsky.app/profile/sqlbambi.bsky.social" TargetMode="External"/><Relationship Id="rId4" Type="http://schemas.openxmlformats.org/officeDocument/2006/relationships/hyperlink" Target="http://www.sqlmaster.de/" TargetMode="External"/><Relationship Id="rId9" Type="http://schemas.openxmlformats.org/officeDocument/2006/relationships/image" Target="../media/image4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sqlchallenges.de/" TargetMode="External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http://ola.hallengren.com/" TargetMode="Externa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db-berater/Improve-your-Skills-as-a-SQL-Server-DBA" TargetMode="External"/><Relationship Id="rId2" Type="http://schemas.openxmlformats.org/officeDocument/2006/relationships/image" Target="../media/image12.gif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Mastering SQL Server Statistics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Uwe Ricken</a:t>
            </a:r>
          </a:p>
        </p:txBody>
      </p:sp>
      <p:sp>
        <p:nvSpPr>
          <p:cNvPr id="4" name="Textfeld 3"/>
          <p:cNvSpPr txBox="1"/>
          <p:nvPr/>
        </p:nvSpPr>
        <p:spPr>
          <a:xfrm>
            <a:off x="337072" y="4389107"/>
            <a:ext cx="1132583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de-DE" b="1" dirty="0">
                <a:solidFill>
                  <a:srgbClr val="165364"/>
                </a:solidFill>
                <a:latin typeface="verdana" panose="020B0604030504040204" pitchFamily="34" charset="0"/>
                <a:hlinkClick r:id="rId3"/>
              </a:rPr>
              <a:t>https://github.com/db-berater/</a:t>
            </a:r>
            <a:r>
              <a:rPr lang="de-DE" b="1" dirty="0">
                <a:solidFill>
                  <a:srgbClr val="165364"/>
                </a:solidFill>
                <a:latin typeface="verdana" panose="020B0604030504040204" pitchFamily="34" charset="0"/>
              </a:rPr>
              <a:t>...</a:t>
            </a:r>
            <a:endParaRPr lang="de-DE" b="1" dirty="0"/>
          </a:p>
        </p:txBody>
      </p:sp>
    </p:spTree>
    <p:extLst>
      <p:ext uri="{BB962C8B-B14F-4D97-AF65-F5344CB8AC3E}">
        <p14:creationId xmlns:p14="http://schemas.microsoft.com/office/powerpoint/2010/main" val="40677103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Uwe Ricken</a:t>
            </a:r>
            <a:br>
              <a:rPr lang="en-US" noProof="0" dirty="0"/>
            </a:br>
            <a:r>
              <a:rPr lang="en-US" sz="1800" b="0" noProof="0" dirty="0"/>
              <a:t>db </a:t>
            </a:r>
            <a:r>
              <a:rPr lang="en-US" sz="1800" b="0" noProof="0" dirty="0">
                <a:solidFill>
                  <a:schemeClr val="tx1"/>
                </a:solidFill>
              </a:rPr>
              <a:t>Berater GmbH</a:t>
            </a:r>
          </a:p>
        </p:txBody>
      </p:sp>
      <p:sp>
        <p:nvSpPr>
          <p:cNvPr id="2" name="Inhaltsplatzhalter 1"/>
          <p:cNvSpPr>
            <a:spLocks noGrp="1"/>
          </p:cNvSpPr>
          <p:nvPr>
            <p:ph sz="half" idx="1"/>
          </p:nvPr>
        </p:nvSpPr>
        <p:spPr>
          <a:prstGeom prst="rect">
            <a:avLst/>
          </a:prstGeo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400" noProof="0" dirty="0"/>
              <a:t>I am working with IT-systems since early 1990's and with the main focus on </a:t>
            </a:r>
            <a:r>
              <a:rPr lang="en-US" sz="1400" i="1" noProof="0" dirty="0">
                <a:solidFill>
                  <a:schemeClr val="accent5"/>
                </a:solidFill>
              </a:rPr>
              <a:t>Microsoft SQL Server </a:t>
            </a:r>
            <a:r>
              <a:rPr lang="en-US" sz="1400" noProof="0" dirty="0"/>
              <a:t>since version 6.0. I started with development of database applications in 1998 with a professional CRM-System based on Microsoft products (Microsoft Office and </a:t>
            </a:r>
            <a:r>
              <a:rPr lang="en-US" sz="1400" i="1" noProof="0" dirty="0">
                <a:solidFill>
                  <a:schemeClr val="accent5"/>
                </a:solidFill>
              </a:rPr>
              <a:t>Microsoft SQL Server</a:t>
            </a:r>
            <a:r>
              <a:rPr lang="en-US" sz="1400" noProof="0" dirty="0"/>
              <a:t>).</a:t>
            </a:r>
          </a:p>
          <a:p>
            <a:pPr marL="0" indent="0">
              <a:buNone/>
            </a:pPr>
            <a:br>
              <a:rPr lang="en-US" sz="1400" noProof="0" dirty="0"/>
            </a:br>
            <a:r>
              <a:rPr lang="en-US" sz="1400" noProof="0" dirty="0"/>
              <a:t>Since 2008 I'm focused exclusively on </a:t>
            </a:r>
            <a:r>
              <a:rPr lang="en-US" sz="1400" i="1" noProof="0" dirty="0">
                <a:solidFill>
                  <a:schemeClr val="accent5"/>
                </a:solidFill>
              </a:rPr>
              <a:t>Microsoft SQL Server</a:t>
            </a:r>
            <a:r>
              <a:rPr lang="en-US" sz="1400" noProof="0" dirty="0"/>
              <a:t> and working in 3rd level support teams for banks, insurances and global industries.</a:t>
            </a:r>
          </a:p>
          <a:p>
            <a:pPr marL="0" indent="0">
              <a:buNone/>
            </a:pPr>
            <a:endParaRPr lang="en-US" sz="1400" noProof="0" dirty="0"/>
          </a:p>
          <a:p>
            <a:pPr marL="0" indent="0">
              <a:buNone/>
            </a:pPr>
            <a:r>
              <a:rPr lang="en-US" sz="1400" noProof="0" dirty="0"/>
              <a:t>Since May 2013 I am a </a:t>
            </a:r>
            <a:r>
              <a:rPr lang="en-US" sz="1400" noProof="0" dirty="0">
                <a:solidFill>
                  <a:srgbClr val="FF0000"/>
                </a:solidFill>
              </a:rPr>
              <a:t>Microsoft Certified Master: SQL Server 2008 </a:t>
            </a:r>
            <a:r>
              <a:rPr lang="en-US" sz="1400" noProof="0" dirty="0"/>
              <a:t>which was an amazing way into the depth of </a:t>
            </a:r>
            <a:r>
              <a:rPr lang="en-US" sz="1400" i="1" noProof="0" dirty="0">
                <a:solidFill>
                  <a:schemeClr val="accent5"/>
                </a:solidFill>
              </a:rPr>
              <a:t>Microsoft SQL Server</a:t>
            </a:r>
            <a:r>
              <a:rPr lang="en-US" sz="1400" noProof="0" dirty="0"/>
              <a:t>.</a:t>
            </a:r>
          </a:p>
          <a:p>
            <a:pPr marL="0" indent="0">
              <a:buNone/>
            </a:pPr>
            <a:endParaRPr lang="en-US" sz="1400" noProof="0" dirty="0"/>
          </a:p>
          <a:p>
            <a:pPr marL="0" indent="0">
              <a:buNone/>
            </a:pPr>
            <a:r>
              <a:rPr lang="en-US" sz="1400" noProof="0" dirty="0"/>
              <a:t>In July 2013 I have been awarded with the MVP Award for </a:t>
            </a:r>
            <a:r>
              <a:rPr lang="en-US" sz="1400" i="1" noProof="0" dirty="0">
                <a:solidFill>
                  <a:schemeClr val="accent5"/>
                </a:solidFill>
              </a:rPr>
              <a:t>Microsoft SQL Server</a:t>
            </a:r>
            <a:r>
              <a:rPr lang="en-US" sz="1400" noProof="0" dirty="0"/>
              <a:t>.</a:t>
            </a:r>
          </a:p>
        </p:txBody>
      </p:sp>
      <p:sp>
        <p:nvSpPr>
          <p:cNvPr id="6" name="Textplatzhalter 5"/>
          <p:cNvSpPr>
            <a:spLocks noGrp="1"/>
          </p:cNvSpPr>
          <p:nvPr>
            <p:ph sz="half" idx="2"/>
          </p:nvPr>
        </p:nvSpPr>
        <p:spPr>
          <a:prstGeom prst="rect">
            <a:avLst/>
          </a:prstGeom>
        </p:spPr>
        <p:txBody>
          <a:bodyPr>
            <a:noAutofit/>
          </a:bodyPr>
          <a:lstStyle/>
          <a:p>
            <a:pPr marL="0" indent="0">
              <a:buNone/>
              <a:tabLst>
                <a:tab pos="903220" algn="l"/>
              </a:tabLst>
            </a:pPr>
            <a:r>
              <a:rPr lang="en-US" sz="1400" noProof="0" dirty="0"/>
              <a:t>www:	</a:t>
            </a:r>
            <a:r>
              <a:rPr lang="en-US" sz="1400" noProof="0" dirty="0">
                <a:hlinkClick r:id="rId2"/>
              </a:rPr>
              <a:t>http://www.db-berater.de</a:t>
            </a:r>
            <a:endParaRPr lang="en-US" sz="1400" noProof="0" dirty="0"/>
          </a:p>
          <a:p>
            <a:pPr marL="0" indent="0">
              <a:buNone/>
              <a:tabLst>
                <a:tab pos="903220" algn="l"/>
              </a:tabLst>
            </a:pPr>
            <a:r>
              <a:rPr lang="en-US" sz="1400" noProof="0" dirty="0"/>
              <a:t>email:	</a:t>
            </a:r>
            <a:r>
              <a:rPr lang="en-US" sz="1400" noProof="0" dirty="0">
                <a:hlinkClick r:id="rId3"/>
              </a:rPr>
              <a:t>uwe.ricken@db-berater.de</a:t>
            </a:r>
            <a:endParaRPr lang="en-US" sz="1400" noProof="0" dirty="0"/>
          </a:p>
          <a:p>
            <a:pPr marL="0" indent="0">
              <a:buNone/>
              <a:tabLst>
                <a:tab pos="903220" algn="l"/>
              </a:tabLst>
            </a:pPr>
            <a:r>
              <a:rPr lang="en-US" sz="1400" noProof="0" dirty="0"/>
              <a:t>blog:	</a:t>
            </a:r>
            <a:r>
              <a:rPr lang="en-US" sz="1400" noProof="0" dirty="0">
                <a:hlinkClick r:id="rId4"/>
              </a:rPr>
              <a:t>http://www.sqlmaster.de</a:t>
            </a:r>
            <a:endParaRPr lang="en-US" sz="1400" noProof="0" dirty="0"/>
          </a:p>
          <a:p>
            <a:pPr marL="0" indent="0">
              <a:buNone/>
              <a:tabLst>
                <a:tab pos="903220" algn="l"/>
              </a:tabLst>
            </a:pPr>
            <a:r>
              <a:rPr lang="en-US" sz="1400" noProof="0" dirty="0"/>
              <a:t>BlueSky:	</a:t>
            </a:r>
            <a:r>
              <a:rPr lang="en-US" sz="1400" noProof="0" dirty="0">
                <a:hlinkClick r:id="rId5"/>
              </a:rPr>
              <a:t>@sqlbambi</a:t>
            </a:r>
            <a:endParaRPr lang="en-US" sz="1400" noProof="0" dirty="0"/>
          </a:p>
        </p:txBody>
      </p:sp>
      <p:pic>
        <p:nvPicPr>
          <p:cNvPr id="7" name="Grafik 6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44272" y="3494589"/>
            <a:ext cx="1143000" cy="835819"/>
          </a:xfrm>
          <a:prstGeom prst="rect">
            <a:avLst/>
          </a:prstGeom>
        </p:spPr>
      </p:pic>
      <p:pic>
        <p:nvPicPr>
          <p:cNvPr id="8" name="Grafik 7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90472" y="3494589"/>
            <a:ext cx="1143000" cy="857251"/>
          </a:xfrm>
          <a:prstGeom prst="rect">
            <a:avLst/>
          </a:prstGeom>
        </p:spPr>
      </p:pic>
      <p:pic>
        <p:nvPicPr>
          <p:cNvPr id="9" name="Grafik 8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44273" y="4682334"/>
            <a:ext cx="1458955" cy="598545"/>
          </a:xfrm>
          <a:prstGeom prst="rect">
            <a:avLst/>
          </a:prstGeom>
        </p:spPr>
      </p:pic>
      <p:pic>
        <p:nvPicPr>
          <p:cNvPr id="5" name="Grafik 4" descr="Ein Bild, das Person, Mann, Brille, tragen enthält.&#10;&#10;Automatisch generierte Beschreibung">
            <a:extLst>
              <a:ext uri="{FF2B5EF4-FFF2-40B4-BE49-F238E27FC236}">
                <a16:creationId xmlns:a16="http://schemas.microsoft.com/office/drawing/2014/main" id="{46333317-A6F3-B2D3-B9F5-6B4A79A834BA}"/>
              </a:ext>
            </a:extLst>
          </p:cNvPr>
          <p:cNvPicPr>
            <a:picLocks noChangeAspect="1"/>
          </p:cNvPicPr>
          <p:nvPr/>
        </p:nvPicPr>
        <p:blipFill rotWithShape="1"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258"/>
          <a:stretch/>
        </p:blipFill>
        <p:spPr>
          <a:xfrm>
            <a:off x="6499644" y="3429000"/>
            <a:ext cx="1715073" cy="1851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74801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 6">
            <a:extLst>
              <a:ext uri="{FF2B5EF4-FFF2-40B4-BE49-F238E27FC236}">
                <a16:creationId xmlns:a16="http://schemas.microsoft.com/office/drawing/2014/main" id="{5341E920-2BA9-C6AC-D645-F3BC0BFB52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68067" y="2149215"/>
            <a:ext cx="6488975" cy="3617603"/>
          </a:xfrm>
          <a:prstGeom prst="rect">
            <a:avLst/>
          </a:prstGeom>
          <a:noFill/>
        </p:spPr>
      </p:pic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DD5F1E84-96EA-2FC2-EB23-C97E371DEE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4" y="1678743"/>
            <a:ext cx="5033101" cy="4558548"/>
          </a:xfrm>
        </p:spPr>
        <p:txBody>
          <a:bodyPr/>
          <a:lstStyle/>
          <a:p>
            <a:r>
              <a:rPr lang="en-US" dirty="0"/>
              <a:t>Get a challenge at least once a month</a:t>
            </a:r>
          </a:p>
          <a:p>
            <a:r>
              <a:rPr lang="en-US" dirty="0"/>
              <a:t>Connect to a provided SQL Server Instance</a:t>
            </a:r>
          </a:p>
          <a:p>
            <a:r>
              <a:rPr lang="en-US" dirty="0"/>
              <a:t>Load the challenge scenario</a:t>
            </a:r>
          </a:p>
          <a:p>
            <a:r>
              <a:rPr lang="en-US" dirty="0"/>
              <a:t>Try to solve it</a:t>
            </a:r>
          </a:p>
          <a:p>
            <a:r>
              <a:rPr lang="en-US" dirty="0"/>
              <a:t>Blog about your solution</a:t>
            </a:r>
          </a:p>
          <a:p>
            <a:r>
              <a:rPr lang="en-US" dirty="0"/>
              <a:t>Leave a link in the comments of the challenge to your blog post.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>
                <a:hlinkClick r:id="rId3"/>
              </a:rPr>
              <a:t>https://sqlchallenges.de</a:t>
            </a:r>
            <a:endParaRPr lang="en-US" dirty="0"/>
          </a:p>
        </p:txBody>
      </p:sp>
      <p:sp>
        <p:nvSpPr>
          <p:cNvPr id="5" name="Titel 4">
            <a:extLst>
              <a:ext uri="{FF2B5EF4-FFF2-40B4-BE49-F238E27FC236}">
                <a16:creationId xmlns:a16="http://schemas.microsoft.com/office/drawing/2014/main" id="{B6F77BBF-034A-A53E-C4B8-E4039AC9F0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4964" y="441327"/>
            <a:ext cx="9037637" cy="1116015"/>
          </a:xfrm>
        </p:spPr>
        <p:txBody>
          <a:bodyPr anchor="ctr">
            <a:normAutofit/>
          </a:bodyPr>
          <a:lstStyle/>
          <a:p>
            <a:r>
              <a:rPr lang="en-US" dirty="0"/>
              <a:t>Challenge SQL Server real world scenarios</a:t>
            </a:r>
          </a:p>
        </p:txBody>
      </p:sp>
    </p:spTree>
    <p:extLst>
      <p:ext uri="{BB962C8B-B14F-4D97-AF65-F5344CB8AC3E}">
        <p14:creationId xmlns:p14="http://schemas.microsoft.com/office/powerpoint/2010/main" val="9201167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84B64B5-85B3-E815-0704-39A8BA721B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Workshop Agenda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0BAB31C-C8AA-AC67-0046-C0E3144819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Basics about Statistics</a:t>
            </a:r>
          </a:p>
          <a:p>
            <a:pPr lvl="1"/>
            <a:r>
              <a:rPr lang="en-US" dirty="0"/>
              <a:t>Database settings for Statistics</a:t>
            </a:r>
          </a:p>
          <a:p>
            <a:pPr lvl="1"/>
            <a:r>
              <a:rPr lang="en-US" dirty="0"/>
              <a:t>When are Statistics created?</a:t>
            </a:r>
          </a:p>
          <a:p>
            <a:pPr lvl="1"/>
            <a:r>
              <a:rPr lang="en-US" dirty="0"/>
              <a:t>When are Statistics updated?</a:t>
            </a:r>
          </a:p>
          <a:p>
            <a:pPr lvl="1"/>
            <a:r>
              <a:rPr lang="en-US" dirty="0"/>
              <a:t>When are Statistics deleted?</a:t>
            </a:r>
          </a:p>
          <a:p>
            <a:r>
              <a:rPr lang="en-US" dirty="0"/>
              <a:t>Settings for Statistics</a:t>
            </a:r>
          </a:p>
          <a:p>
            <a:pPr lvl="1"/>
            <a:r>
              <a:rPr lang="en-US" dirty="0" err="1"/>
              <a:t>no_recompute</a:t>
            </a:r>
            <a:endParaRPr lang="en-US" dirty="0"/>
          </a:p>
          <a:p>
            <a:pPr lvl="1"/>
            <a:r>
              <a:rPr lang="en-US" dirty="0" err="1"/>
              <a:t>auto_drop</a:t>
            </a:r>
            <a:r>
              <a:rPr lang="en-US"/>
              <a:t> (&gt;=SQL Server 2022)</a:t>
            </a:r>
            <a:endParaRPr lang="en-US" dirty="0"/>
          </a:p>
          <a:p>
            <a:r>
              <a:rPr lang="en-US" dirty="0"/>
              <a:t>Incremental Statistics</a:t>
            </a:r>
          </a:p>
          <a:p>
            <a:r>
              <a:rPr lang="en-US" dirty="0"/>
              <a:t>Ascending Key(s) and Statistics</a:t>
            </a:r>
          </a:p>
          <a:p>
            <a:r>
              <a:rPr lang="en-US" dirty="0"/>
              <a:t>Real World Scenarios and Statistics</a:t>
            </a:r>
          </a:p>
        </p:txBody>
      </p:sp>
    </p:spTree>
    <p:extLst>
      <p:ext uri="{BB962C8B-B14F-4D97-AF65-F5344CB8AC3E}">
        <p14:creationId xmlns:p14="http://schemas.microsoft.com/office/powerpoint/2010/main" val="17239184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5C454C-7039-E10D-FB78-B22BF56D6A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B3D626D-F31C-30FF-FE10-7546735A14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Session Agenda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AD98622-A28E-92AE-A688-5BB8C10DB5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are Statistics in SQL Server?</a:t>
            </a:r>
          </a:p>
          <a:p>
            <a:r>
              <a:rPr lang="en-US" dirty="0"/>
              <a:t>Basics about Statistics</a:t>
            </a:r>
          </a:p>
          <a:p>
            <a:pPr lvl="1"/>
            <a:r>
              <a:rPr lang="en-US" dirty="0"/>
              <a:t>Database settings for Statistics</a:t>
            </a:r>
          </a:p>
          <a:p>
            <a:pPr lvl="1"/>
            <a:r>
              <a:rPr lang="en-US" dirty="0"/>
              <a:t>When are Statistics created?</a:t>
            </a:r>
          </a:p>
          <a:p>
            <a:pPr lvl="1"/>
            <a:r>
              <a:rPr lang="en-US" dirty="0"/>
              <a:t>When are Statistics updated?</a:t>
            </a:r>
          </a:p>
          <a:p>
            <a:pPr lvl="1"/>
            <a:r>
              <a:rPr lang="en-US" dirty="0"/>
              <a:t>When are Statistics deleted?</a:t>
            </a:r>
          </a:p>
          <a:p>
            <a:r>
              <a:rPr lang="en-US" dirty="0"/>
              <a:t>Settings for Statistics</a:t>
            </a:r>
          </a:p>
          <a:p>
            <a:pPr lvl="1"/>
            <a:r>
              <a:rPr lang="en-US" dirty="0" err="1"/>
              <a:t>no_recompute</a:t>
            </a:r>
            <a:endParaRPr lang="en-US" dirty="0"/>
          </a:p>
          <a:p>
            <a:pPr lvl="1"/>
            <a:r>
              <a:rPr lang="en-US" dirty="0" err="1"/>
              <a:t>auto_drop</a:t>
            </a:r>
            <a:r>
              <a:rPr lang="en-US" dirty="0"/>
              <a:t> (&gt;=SQL Server 2022)</a:t>
            </a:r>
          </a:p>
          <a:p>
            <a:r>
              <a:rPr lang="en-US" dirty="0"/>
              <a:t>Ascending Key(s) and Statistics</a:t>
            </a:r>
          </a:p>
          <a:p>
            <a:r>
              <a:rPr lang="en-US" dirty="0"/>
              <a:t>Demos</a:t>
            </a:r>
          </a:p>
        </p:txBody>
      </p:sp>
    </p:spTree>
    <p:extLst>
      <p:ext uri="{BB962C8B-B14F-4D97-AF65-F5344CB8AC3E}">
        <p14:creationId xmlns:p14="http://schemas.microsoft.com/office/powerpoint/2010/main" val="8325783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81D4DD-9EA4-77FC-BC4E-152A1BAFE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CF98760-9CAE-26AD-A570-3D6781D6DDA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noProof="0" dirty="0"/>
              <a:t>What are Statistics in SQL Server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8708206E-6D6D-BBFF-B7BB-7ACD9D22249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noProof="0" dirty="0"/>
              <a:t>The tiny data models</a:t>
            </a:r>
            <a:br>
              <a:rPr lang="en-US" noProof="0" dirty="0"/>
            </a:br>
            <a:r>
              <a:rPr lang="en-US" noProof="0" dirty="0"/>
              <a:t>that tell the optimizer</a:t>
            </a:r>
            <a:br>
              <a:rPr lang="en-US" noProof="0" dirty="0"/>
            </a:br>
            <a:r>
              <a:rPr lang="en-US" noProof="0" dirty="0"/>
              <a:t>what your tables look like.</a:t>
            </a:r>
          </a:p>
        </p:txBody>
      </p:sp>
    </p:spTree>
    <p:extLst>
      <p:ext uri="{BB962C8B-B14F-4D97-AF65-F5344CB8AC3E}">
        <p14:creationId xmlns:p14="http://schemas.microsoft.com/office/powerpoint/2010/main" val="42720280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01666F6F-DAA8-C84C-1054-857A3E6C7ADE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Let's plan a house….</a:t>
            </a:r>
          </a:p>
        </p:txBody>
      </p:sp>
      <p:sp>
        <p:nvSpPr>
          <p:cNvPr id="5" name="Untertitel 4">
            <a:extLst>
              <a:ext uri="{FF2B5EF4-FFF2-40B4-BE49-F238E27FC236}">
                <a16:creationId xmlns:a16="http://schemas.microsoft.com/office/drawing/2014/main" id="{B920E5BC-97F2-010F-8940-884E29608C7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45048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39C7DB8-3D49-018C-C984-5DE85EEC22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 would like a house for my family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D2E3A3BF-6311-F431-ADEE-F7A929BB68ED}"/>
              </a:ext>
            </a:extLst>
          </p:cNvPr>
          <p:cNvSpPr/>
          <p:nvPr/>
        </p:nvSpPr>
        <p:spPr>
          <a:xfrm>
            <a:off x="6556829" y="1516743"/>
            <a:ext cx="2046514" cy="1378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Pfeil: nach rechts 6">
            <a:extLst>
              <a:ext uri="{FF2B5EF4-FFF2-40B4-BE49-F238E27FC236}">
                <a16:creationId xmlns:a16="http://schemas.microsoft.com/office/drawing/2014/main" id="{295636BC-B3CC-1523-C26B-E02ADC3B1747}"/>
              </a:ext>
            </a:extLst>
          </p:cNvPr>
          <p:cNvSpPr/>
          <p:nvPr/>
        </p:nvSpPr>
        <p:spPr>
          <a:xfrm>
            <a:off x="8983813" y="3429000"/>
            <a:ext cx="780911" cy="38878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9B3D0A8-845B-CF47-4EE2-52125602B9A7}"/>
              </a:ext>
            </a:extLst>
          </p:cNvPr>
          <p:cNvSpPr/>
          <p:nvPr/>
        </p:nvSpPr>
        <p:spPr>
          <a:xfrm>
            <a:off x="6556829" y="2895600"/>
            <a:ext cx="2426984" cy="1362701"/>
          </a:xfrm>
          <a:prstGeom prst="rect">
            <a:avLst/>
          </a:prstGeom>
          <a:solidFill>
            <a:srgbClr val="C00000"/>
          </a:solidFill>
          <a:ln w="571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Parsing</a:t>
            </a:r>
          </a:p>
          <a:p>
            <a:pPr algn="ctr"/>
            <a:r>
              <a:rPr lang="en-US" b="1" dirty="0">
                <a:solidFill>
                  <a:schemeClr val="bg1">
                    <a:lumMod val="50000"/>
                  </a:schemeClr>
                </a:solidFill>
              </a:rPr>
              <a:t>Compilation</a:t>
            </a:r>
          </a:p>
          <a:p>
            <a:pPr algn="ctr"/>
            <a:r>
              <a:rPr lang="en-US" b="1" dirty="0">
                <a:solidFill>
                  <a:schemeClr val="bg1">
                    <a:lumMod val="50000"/>
                  </a:schemeClr>
                </a:solidFill>
              </a:rPr>
              <a:t>Optimization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FF62186A-1C70-EE31-36CE-6F85950076D6}"/>
              </a:ext>
            </a:extLst>
          </p:cNvPr>
          <p:cNvSpPr/>
          <p:nvPr/>
        </p:nvSpPr>
        <p:spPr>
          <a:xfrm>
            <a:off x="9868944" y="2895599"/>
            <a:ext cx="2269629" cy="1362701"/>
          </a:xfrm>
          <a:prstGeom prst="rect">
            <a:avLst/>
          </a:prstGeom>
          <a:solidFill>
            <a:srgbClr val="FFA7A7"/>
          </a:solidFill>
          <a:ln w="571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Query Ex…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01B57A09-9F6E-8150-1E54-A4366964BD82}"/>
              </a:ext>
            </a:extLst>
          </p:cNvPr>
          <p:cNvSpPr/>
          <p:nvPr/>
        </p:nvSpPr>
        <p:spPr>
          <a:xfrm>
            <a:off x="11546377" y="1978429"/>
            <a:ext cx="645331" cy="291776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Inhaltsplatzhalter 14">
            <a:extLst>
              <a:ext uri="{FF2B5EF4-FFF2-40B4-BE49-F238E27FC236}">
                <a16:creationId xmlns:a16="http://schemas.microsoft.com/office/drawing/2014/main" id="{E02BB1D6-A20E-282F-45C9-AF7665E2AFB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b="1" noProof="0" dirty="0"/>
              <a:t>Parsing</a:t>
            </a:r>
          </a:p>
          <a:p>
            <a:pPr lvl="1"/>
            <a:r>
              <a:rPr lang="en-US" noProof="0" dirty="0"/>
              <a:t>Parsing is the process in SQL Server where the query text is broken down into its grammatical components, checked for valid syntax, and prepared for further processing. </a:t>
            </a:r>
          </a:p>
          <a:p>
            <a:pPr lvl="1"/>
            <a:endParaRPr lang="en-US" noProof="0" dirty="0"/>
          </a:p>
          <a:p>
            <a:pPr lvl="1"/>
            <a:r>
              <a:rPr lang="en-US" dirty="0"/>
              <a:t>In real life, parsing is like someone reading your sentence and first making sure the grammar makes sense before deciding what you want them to do.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2614884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9C99FC-6E76-3189-52EB-C497DCCB35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914A540-7A7A-4437-43C9-B33F0E27C9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 would like a house for my family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8EBB4FD3-8B39-EF6B-00A4-A73BB995D848}"/>
              </a:ext>
            </a:extLst>
          </p:cNvPr>
          <p:cNvSpPr/>
          <p:nvPr/>
        </p:nvSpPr>
        <p:spPr>
          <a:xfrm>
            <a:off x="6556829" y="1516743"/>
            <a:ext cx="2046514" cy="1378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Pfeil: nach rechts 6">
            <a:extLst>
              <a:ext uri="{FF2B5EF4-FFF2-40B4-BE49-F238E27FC236}">
                <a16:creationId xmlns:a16="http://schemas.microsoft.com/office/drawing/2014/main" id="{9CDEF519-CFEE-7BE3-178A-F507FF4E7525}"/>
              </a:ext>
            </a:extLst>
          </p:cNvPr>
          <p:cNvSpPr/>
          <p:nvPr/>
        </p:nvSpPr>
        <p:spPr>
          <a:xfrm>
            <a:off x="8983813" y="3429000"/>
            <a:ext cx="780911" cy="38878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52A2DCAD-7264-992A-1B78-FCF906912BB0}"/>
              </a:ext>
            </a:extLst>
          </p:cNvPr>
          <p:cNvSpPr/>
          <p:nvPr/>
        </p:nvSpPr>
        <p:spPr>
          <a:xfrm>
            <a:off x="6556829" y="2895600"/>
            <a:ext cx="2426984" cy="1362701"/>
          </a:xfrm>
          <a:prstGeom prst="rect">
            <a:avLst/>
          </a:prstGeom>
          <a:solidFill>
            <a:srgbClr val="C00000"/>
          </a:solidFill>
          <a:ln w="571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bg1">
                    <a:lumMod val="50000"/>
                  </a:schemeClr>
                </a:solidFill>
              </a:rPr>
              <a:t>Parsing</a:t>
            </a:r>
          </a:p>
          <a:p>
            <a:pPr algn="ctr"/>
            <a:r>
              <a:rPr lang="en-US" b="1" dirty="0">
                <a:solidFill>
                  <a:schemeClr val="bg1"/>
                </a:solidFill>
              </a:rPr>
              <a:t>Compilation</a:t>
            </a:r>
          </a:p>
          <a:p>
            <a:pPr algn="ctr"/>
            <a:r>
              <a:rPr lang="en-US" b="1" dirty="0">
                <a:solidFill>
                  <a:schemeClr val="bg1">
                    <a:lumMod val="50000"/>
                  </a:schemeClr>
                </a:solidFill>
              </a:rPr>
              <a:t>Optimization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953E4D43-718A-DE00-BF59-049A5C84A2CB}"/>
              </a:ext>
            </a:extLst>
          </p:cNvPr>
          <p:cNvSpPr/>
          <p:nvPr/>
        </p:nvSpPr>
        <p:spPr>
          <a:xfrm>
            <a:off x="9868944" y="2895599"/>
            <a:ext cx="2269629" cy="1362701"/>
          </a:xfrm>
          <a:prstGeom prst="rect">
            <a:avLst/>
          </a:prstGeom>
          <a:solidFill>
            <a:srgbClr val="FFA7A7"/>
          </a:solidFill>
          <a:ln w="571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Query Ex …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4B850C77-C08A-B072-C216-22DAB4E86311}"/>
              </a:ext>
            </a:extLst>
          </p:cNvPr>
          <p:cNvSpPr/>
          <p:nvPr/>
        </p:nvSpPr>
        <p:spPr>
          <a:xfrm>
            <a:off x="11546377" y="1978429"/>
            <a:ext cx="645331" cy="291776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Inhaltsplatzhalter 14">
            <a:extLst>
              <a:ext uri="{FF2B5EF4-FFF2-40B4-BE49-F238E27FC236}">
                <a16:creationId xmlns:a16="http://schemas.microsoft.com/office/drawing/2014/main" id="{EF576CE4-82C7-B324-6774-ED036F13F4B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b="1" noProof="0" dirty="0"/>
              <a:t>Compilation</a:t>
            </a:r>
          </a:p>
          <a:p>
            <a:pPr lvl="1"/>
            <a:r>
              <a:rPr lang="en-US" noProof="0" dirty="0"/>
              <a:t>Compilation is the phase in SQL Server where the validated query is transformed into a logical execution plan that describes what needs to be done, step by step, </a:t>
            </a:r>
            <a:r>
              <a:rPr lang="en-US" b="1" noProof="0" dirty="0"/>
              <a:t>without yet deciding how it will be executed</a:t>
            </a:r>
            <a:r>
              <a:rPr lang="en-US" noProof="0" dirty="0"/>
              <a:t>.</a:t>
            </a:r>
          </a:p>
          <a:p>
            <a:pPr lvl="1"/>
            <a:endParaRPr lang="en-US" noProof="0" dirty="0"/>
          </a:p>
          <a:p>
            <a:pPr lvl="1"/>
            <a:r>
              <a:rPr lang="en-US" dirty="0"/>
              <a:t>In real life, compilation is like an architect taking your idea for a house and turning it into a clean, structured blueprint.</a:t>
            </a:r>
            <a:br>
              <a:rPr lang="en-US" dirty="0"/>
            </a:br>
            <a:r>
              <a:rPr lang="en-US" dirty="0"/>
              <a:t>The architect is only collecting the necessary objects and processes!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3215401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14FDFD-27C6-C363-EC9A-075650BC7E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118546A-68F4-0997-EB9B-EAB0B3C8B9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I would like a house for my family</a:t>
            </a:r>
          </a:p>
        </p:txBody>
      </p:sp>
      <p:sp>
        <p:nvSpPr>
          <p:cNvPr id="15" name="Inhaltsplatzhalter 14">
            <a:extLst>
              <a:ext uri="{FF2B5EF4-FFF2-40B4-BE49-F238E27FC236}">
                <a16:creationId xmlns:a16="http://schemas.microsoft.com/office/drawing/2014/main" id="{7DEA002E-D9B3-BE67-C07D-2E458A0DE66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b="1" noProof="0" dirty="0"/>
              <a:t>Compilation</a:t>
            </a:r>
            <a:endParaRPr lang="en-US" sz="1400" b="1" noProof="0" dirty="0">
              <a:solidFill>
                <a:srgbClr val="FF0000"/>
              </a:solidFill>
            </a:endParaRPr>
          </a:p>
          <a:p>
            <a:pPr lvl="1"/>
            <a:r>
              <a:rPr lang="en-US" noProof="0" dirty="0"/>
              <a:t>The architect begins planning the house.</a:t>
            </a:r>
          </a:p>
          <a:p>
            <a:pPr lvl="1"/>
            <a:r>
              <a:rPr lang="en-US" noProof="0" dirty="0"/>
              <a:t>He identifies every resource the project will require.</a:t>
            </a:r>
          </a:p>
          <a:p>
            <a:pPr lvl="1"/>
            <a:r>
              <a:rPr lang="en-US" noProof="0" dirty="0"/>
              <a:t>He determines which</a:t>
            </a:r>
          </a:p>
          <a:p>
            <a:pPr lvl="2"/>
            <a:r>
              <a:rPr lang="en-US" noProof="0" dirty="0"/>
              <a:t>tools are needed</a:t>
            </a:r>
          </a:p>
          <a:p>
            <a:pPr lvl="2"/>
            <a:r>
              <a:rPr lang="en-US" noProof="0" dirty="0"/>
              <a:t>workers must be assigned</a:t>
            </a:r>
          </a:p>
          <a:p>
            <a:pPr lvl="2"/>
            <a:r>
              <a:rPr lang="en-US" noProof="0" dirty="0"/>
              <a:t>construction machines are essential</a:t>
            </a:r>
          </a:p>
          <a:p>
            <a:pPr lvl="2"/>
            <a:r>
              <a:rPr lang="en-US" noProof="0" dirty="0"/>
              <a:t>which materials must be prepared.</a:t>
            </a:r>
          </a:p>
          <a:p>
            <a:pPr lvl="1"/>
            <a:r>
              <a:rPr lang="en-US" noProof="0" dirty="0"/>
              <a:t>He gathers and organizes all components</a:t>
            </a:r>
          </a:p>
          <a:p>
            <a:pPr lvl="1"/>
            <a:endParaRPr lang="en-US" noProof="0" dirty="0"/>
          </a:p>
          <a:p>
            <a:pPr marL="0" indent="0">
              <a:buNone/>
            </a:pPr>
            <a:r>
              <a:rPr lang="en-US" sz="1400" b="1" noProof="0" dirty="0">
                <a:solidFill>
                  <a:srgbClr val="FF0000"/>
                </a:solidFill>
              </a:rPr>
              <a:t>The architect is PLANNING the house but he’s NOT BUILDING it!</a:t>
            </a:r>
          </a:p>
        </p:txBody>
      </p: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5C4084A3-2B28-066E-BD74-3D0166717374}"/>
              </a:ext>
            </a:extLst>
          </p:cNvPr>
          <p:cNvGrpSpPr/>
          <p:nvPr/>
        </p:nvGrpSpPr>
        <p:grpSpPr>
          <a:xfrm>
            <a:off x="6479766" y="2070932"/>
            <a:ext cx="5634879" cy="1912258"/>
            <a:chOff x="6556829" y="1516743"/>
            <a:chExt cx="5634879" cy="1912258"/>
          </a:xfrm>
        </p:grpSpPr>
        <p:grpSp>
          <p:nvGrpSpPr>
            <p:cNvPr id="16" name="Gruppieren 15">
              <a:extLst>
                <a:ext uri="{FF2B5EF4-FFF2-40B4-BE49-F238E27FC236}">
                  <a16:creationId xmlns:a16="http://schemas.microsoft.com/office/drawing/2014/main" id="{B90FF71D-2D02-5B2E-5987-820BEE45113E}"/>
                </a:ext>
              </a:extLst>
            </p:cNvPr>
            <p:cNvGrpSpPr/>
            <p:nvPr/>
          </p:nvGrpSpPr>
          <p:grpSpPr>
            <a:xfrm>
              <a:off x="6556829" y="1516743"/>
              <a:ext cx="5581745" cy="1843778"/>
              <a:chOff x="6556829" y="1516743"/>
              <a:chExt cx="5581745" cy="1843778"/>
            </a:xfrm>
          </p:grpSpPr>
          <p:sp>
            <p:nvSpPr>
              <p:cNvPr id="9" name="Rechteck 8">
                <a:extLst>
                  <a:ext uri="{FF2B5EF4-FFF2-40B4-BE49-F238E27FC236}">
                    <a16:creationId xmlns:a16="http://schemas.microsoft.com/office/drawing/2014/main" id="{0CBC5113-2680-A6A2-F23F-E3665CDB7482}"/>
                  </a:ext>
                </a:extLst>
              </p:cNvPr>
              <p:cNvSpPr/>
              <p:nvPr/>
            </p:nvSpPr>
            <p:spPr>
              <a:xfrm>
                <a:off x="6556829" y="1516743"/>
                <a:ext cx="2046514" cy="137885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 dirty="0"/>
              </a:p>
            </p:txBody>
          </p:sp>
          <p:sp>
            <p:nvSpPr>
              <p:cNvPr id="6" name="Rechteck 5">
                <a:extLst>
                  <a:ext uri="{FF2B5EF4-FFF2-40B4-BE49-F238E27FC236}">
                    <a16:creationId xmlns:a16="http://schemas.microsoft.com/office/drawing/2014/main" id="{B3F68817-F07B-78BD-E4F8-D1D84D66E145}"/>
                  </a:ext>
                </a:extLst>
              </p:cNvPr>
              <p:cNvSpPr/>
              <p:nvPr/>
            </p:nvSpPr>
            <p:spPr>
              <a:xfrm>
                <a:off x="6556829" y="1997820"/>
                <a:ext cx="2426984" cy="1362701"/>
              </a:xfrm>
              <a:prstGeom prst="rect">
                <a:avLst/>
              </a:prstGeom>
              <a:solidFill>
                <a:srgbClr val="C00000"/>
              </a:solidFill>
              <a:ln w="57150">
                <a:solidFill>
                  <a:schemeClr val="accent5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noProof="0" dirty="0">
                    <a:solidFill>
                      <a:schemeClr val="bg1">
                        <a:lumMod val="50000"/>
                      </a:schemeClr>
                    </a:solidFill>
                  </a:rPr>
                  <a:t>Parsing</a:t>
                </a:r>
              </a:p>
              <a:p>
                <a:pPr algn="ctr"/>
                <a:r>
                  <a:rPr lang="en-US" b="1" noProof="0" dirty="0"/>
                  <a:t>Compilation</a:t>
                </a:r>
              </a:p>
              <a:p>
                <a:pPr algn="ctr"/>
                <a:r>
                  <a:rPr lang="en-US" b="1" noProof="0" dirty="0"/>
                  <a:t>Optimization</a:t>
                </a:r>
              </a:p>
            </p:txBody>
          </p:sp>
          <p:sp>
            <p:nvSpPr>
              <p:cNvPr id="10" name="Rechteck 9">
                <a:extLst>
                  <a:ext uri="{FF2B5EF4-FFF2-40B4-BE49-F238E27FC236}">
                    <a16:creationId xmlns:a16="http://schemas.microsoft.com/office/drawing/2014/main" id="{50908476-80C9-5A00-59EB-78E5B24399B8}"/>
                  </a:ext>
                </a:extLst>
              </p:cNvPr>
              <p:cNvSpPr/>
              <p:nvPr/>
            </p:nvSpPr>
            <p:spPr>
              <a:xfrm>
                <a:off x="9711590" y="1997819"/>
                <a:ext cx="2426984" cy="1362701"/>
              </a:xfrm>
              <a:prstGeom prst="rect">
                <a:avLst/>
              </a:prstGeom>
              <a:gradFill flip="none" rotWithShape="1">
                <a:gsLst>
                  <a:gs pos="0">
                    <a:srgbClr val="FFA7A7">
                      <a:shade val="30000"/>
                      <a:satMod val="115000"/>
                    </a:srgbClr>
                  </a:gs>
                  <a:gs pos="50000">
                    <a:srgbClr val="FFA7A7">
                      <a:shade val="67500"/>
                      <a:satMod val="115000"/>
                    </a:srgbClr>
                  </a:gs>
                  <a:gs pos="100000">
                    <a:srgbClr val="FFA7A7">
                      <a:shade val="100000"/>
                      <a:satMod val="115000"/>
                    </a:srgbClr>
                  </a:gs>
                </a:gsLst>
                <a:lin ang="0" scaled="1"/>
                <a:tileRect/>
              </a:gradFill>
              <a:ln w="57150">
                <a:solidFill>
                  <a:schemeClr val="accent5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noProof="0" dirty="0"/>
                  <a:t>Query Ex…</a:t>
                </a:r>
              </a:p>
            </p:txBody>
          </p:sp>
          <p:sp>
            <p:nvSpPr>
              <p:cNvPr id="7" name="Pfeil: nach rechts 6">
                <a:extLst>
                  <a:ext uri="{FF2B5EF4-FFF2-40B4-BE49-F238E27FC236}">
                    <a16:creationId xmlns:a16="http://schemas.microsoft.com/office/drawing/2014/main" id="{2165EDF6-3E55-2F99-045D-499E9CCEA74E}"/>
                  </a:ext>
                </a:extLst>
              </p:cNvPr>
              <p:cNvSpPr/>
              <p:nvPr/>
            </p:nvSpPr>
            <p:spPr>
              <a:xfrm>
                <a:off x="8983813" y="2531220"/>
                <a:ext cx="780911" cy="388787"/>
              </a:xfrm>
              <a:prstGeom prst="rightArrow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noProof="0" dirty="0"/>
              </a:p>
            </p:txBody>
          </p:sp>
        </p:grpSp>
        <p:sp>
          <p:nvSpPr>
            <p:cNvPr id="12" name="Rechteck 11">
              <a:extLst>
                <a:ext uri="{FF2B5EF4-FFF2-40B4-BE49-F238E27FC236}">
                  <a16:creationId xmlns:a16="http://schemas.microsoft.com/office/drawing/2014/main" id="{46E2E933-DA56-30DE-1073-212E6E3C2B18}"/>
                </a:ext>
              </a:extLst>
            </p:cNvPr>
            <p:cNvSpPr/>
            <p:nvPr/>
          </p:nvSpPr>
          <p:spPr>
            <a:xfrm>
              <a:off x="11546377" y="1870365"/>
              <a:ext cx="645331" cy="155863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pic>
        <p:nvPicPr>
          <p:cNvPr id="4" name="Grafik 3">
            <a:extLst>
              <a:ext uri="{FF2B5EF4-FFF2-40B4-BE49-F238E27FC236}">
                <a16:creationId xmlns:a16="http://schemas.microsoft.com/office/drawing/2014/main" id="{3E7DE1A7-8BF0-F373-3FCF-F4A47C2557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1" y="1993641"/>
            <a:ext cx="5761033" cy="3840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67823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279051-E192-4F42-E826-C81C152C7D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7B29278-A903-3C97-854C-50A6EAE4DE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 would like a house for my family</a:t>
            </a:r>
          </a:p>
        </p:txBody>
      </p:sp>
      <p:sp>
        <p:nvSpPr>
          <p:cNvPr id="9" name="Rechteck 8">
            <a:extLst>
              <a:ext uri="{FF2B5EF4-FFF2-40B4-BE49-F238E27FC236}">
                <a16:creationId xmlns:a16="http://schemas.microsoft.com/office/drawing/2014/main" id="{6B4C7FED-80BB-9BFB-6804-A8932355F3D4}"/>
              </a:ext>
            </a:extLst>
          </p:cNvPr>
          <p:cNvSpPr/>
          <p:nvPr/>
        </p:nvSpPr>
        <p:spPr>
          <a:xfrm>
            <a:off x="6556829" y="1516743"/>
            <a:ext cx="2046514" cy="137885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Pfeil: nach rechts 6">
            <a:extLst>
              <a:ext uri="{FF2B5EF4-FFF2-40B4-BE49-F238E27FC236}">
                <a16:creationId xmlns:a16="http://schemas.microsoft.com/office/drawing/2014/main" id="{035F783A-91C9-EDAB-721E-6032F044EE09}"/>
              </a:ext>
            </a:extLst>
          </p:cNvPr>
          <p:cNvSpPr/>
          <p:nvPr/>
        </p:nvSpPr>
        <p:spPr>
          <a:xfrm>
            <a:off x="8983813" y="3429000"/>
            <a:ext cx="780911" cy="38878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hteck 5">
            <a:extLst>
              <a:ext uri="{FF2B5EF4-FFF2-40B4-BE49-F238E27FC236}">
                <a16:creationId xmlns:a16="http://schemas.microsoft.com/office/drawing/2014/main" id="{02C05649-C388-D6B1-55DE-EDBF5E455E71}"/>
              </a:ext>
            </a:extLst>
          </p:cNvPr>
          <p:cNvSpPr/>
          <p:nvPr/>
        </p:nvSpPr>
        <p:spPr>
          <a:xfrm>
            <a:off x="6556829" y="2895600"/>
            <a:ext cx="2426984" cy="1362701"/>
          </a:xfrm>
          <a:prstGeom prst="rect">
            <a:avLst/>
          </a:prstGeom>
          <a:solidFill>
            <a:srgbClr val="C00000"/>
          </a:solidFill>
          <a:ln w="571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solidFill>
                  <a:schemeClr val="bg1">
                    <a:lumMod val="50000"/>
                  </a:schemeClr>
                </a:solidFill>
              </a:rPr>
              <a:t>Parsing</a:t>
            </a:r>
          </a:p>
          <a:p>
            <a:pPr algn="ctr"/>
            <a:r>
              <a:rPr lang="en-US" b="1" dirty="0">
                <a:solidFill>
                  <a:schemeClr val="bg1">
                    <a:lumMod val="50000"/>
                  </a:schemeClr>
                </a:solidFill>
              </a:rPr>
              <a:t>Compilation</a:t>
            </a:r>
          </a:p>
          <a:p>
            <a:pPr algn="ctr"/>
            <a:r>
              <a:rPr lang="en-US" b="1" dirty="0">
                <a:solidFill>
                  <a:schemeClr val="bg1"/>
                </a:solidFill>
              </a:rPr>
              <a:t>Optimization</a:t>
            </a:r>
          </a:p>
        </p:txBody>
      </p:sp>
      <p:sp>
        <p:nvSpPr>
          <p:cNvPr id="10" name="Rechteck 9">
            <a:extLst>
              <a:ext uri="{FF2B5EF4-FFF2-40B4-BE49-F238E27FC236}">
                <a16:creationId xmlns:a16="http://schemas.microsoft.com/office/drawing/2014/main" id="{ABB7C54A-EEF0-4B7E-9483-06C1DC10AE90}"/>
              </a:ext>
            </a:extLst>
          </p:cNvPr>
          <p:cNvSpPr/>
          <p:nvPr/>
        </p:nvSpPr>
        <p:spPr>
          <a:xfrm>
            <a:off x="9868944" y="2895599"/>
            <a:ext cx="2269629" cy="1362701"/>
          </a:xfrm>
          <a:prstGeom prst="rect">
            <a:avLst/>
          </a:prstGeom>
          <a:solidFill>
            <a:srgbClr val="FFA7A7"/>
          </a:solidFill>
          <a:ln w="571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Query Ex …</a:t>
            </a:r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6588F9AC-9F00-F811-3AA4-40EEFEE60AF1}"/>
              </a:ext>
            </a:extLst>
          </p:cNvPr>
          <p:cNvSpPr/>
          <p:nvPr/>
        </p:nvSpPr>
        <p:spPr>
          <a:xfrm>
            <a:off x="11546377" y="1978429"/>
            <a:ext cx="645331" cy="291776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Inhaltsplatzhalter 14">
            <a:extLst>
              <a:ext uri="{FF2B5EF4-FFF2-40B4-BE49-F238E27FC236}">
                <a16:creationId xmlns:a16="http://schemas.microsoft.com/office/drawing/2014/main" id="{64C93C65-F5B5-BAC3-528D-23BECFD116E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b="1" noProof="0" dirty="0"/>
              <a:t>Optimization</a:t>
            </a:r>
          </a:p>
          <a:p>
            <a:pPr lvl="1"/>
            <a:r>
              <a:rPr lang="en-US" noProof="0" dirty="0"/>
              <a:t>SQL Server evaluates multiple execution strategies, estimates their costs, and selects the plan with the lowest expected runtime.</a:t>
            </a:r>
          </a:p>
          <a:p>
            <a:pPr lvl="1"/>
            <a:endParaRPr lang="en-US" noProof="0" dirty="0"/>
          </a:p>
          <a:p>
            <a:pPr lvl="1"/>
            <a:r>
              <a:rPr lang="en-US" dirty="0"/>
              <a:t>The architect compares different construction methods, calculates their costs, and chooses the safest and most efficient way to build the structure.</a:t>
            </a:r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6304715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A878C4-969F-82E6-5601-C9DFEA63CE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F04C6B6-71E0-3AF6-3B3D-2CB7751CB7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 would like a house for my family</a:t>
            </a:r>
          </a:p>
        </p:txBody>
      </p:sp>
      <p:sp>
        <p:nvSpPr>
          <p:cNvPr id="15" name="Inhaltsplatzhalter 14">
            <a:extLst>
              <a:ext uri="{FF2B5EF4-FFF2-40B4-BE49-F238E27FC236}">
                <a16:creationId xmlns:a16="http://schemas.microsoft.com/office/drawing/2014/main" id="{60EC9362-AD0B-F355-3C38-5ECE9DCE598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en-US" b="1" noProof="0" dirty="0"/>
              <a:t>Optimization</a:t>
            </a:r>
            <a:endParaRPr lang="en-US" sz="1400" b="1" dirty="0">
              <a:solidFill>
                <a:srgbClr val="FF0000"/>
              </a:solidFill>
            </a:endParaRPr>
          </a:p>
          <a:p>
            <a:pPr lvl="1"/>
            <a:r>
              <a:rPr lang="en-US" dirty="0"/>
              <a:t>The architect analyzes the cost of each resource.</a:t>
            </a:r>
          </a:p>
          <a:p>
            <a:pPr lvl="1"/>
            <a:r>
              <a:rPr lang="en-US" dirty="0"/>
              <a:t>He assigns a cost factor to every tool and machine based on required effort.</a:t>
            </a:r>
          </a:p>
          <a:p>
            <a:pPr lvl="2"/>
            <a:r>
              <a:rPr lang="en-US" b="1" dirty="0"/>
              <a:t>Site conditions</a:t>
            </a:r>
            <a:r>
              <a:rPr lang="en-US" dirty="0"/>
              <a:t> influence costs.</a:t>
            </a:r>
          </a:p>
          <a:p>
            <a:pPr lvl="1"/>
            <a:r>
              <a:rPr lang="en-US" dirty="0"/>
              <a:t>With all price tags defined, he selects the most cost‑effective combination of resources.</a:t>
            </a:r>
          </a:p>
          <a:p>
            <a:pPr lvl="1"/>
            <a:r>
              <a:rPr lang="en-US" dirty="0"/>
              <a:t>Now he can create a schedule for the chosen combination.</a:t>
            </a:r>
          </a:p>
          <a:p>
            <a:pPr lvl="1"/>
            <a:r>
              <a:rPr lang="en-US" b="1" dirty="0"/>
              <a:t>The result is an optimized plan with total cost estimation.</a:t>
            </a:r>
          </a:p>
          <a:p>
            <a:pPr lvl="1"/>
            <a:endParaRPr lang="en-US" dirty="0"/>
          </a:p>
          <a:p>
            <a:pPr marL="0" indent="0">
              <a:buNone/>
            </a:pPr>
            <a:r>
              <a:rPr lang="en-US" sz="1400" b="1" dirty="0">
                <a:solidFill>
                  <a:srgbClr val="FF0000"/>
                </a:solidFill>
              </a:rPr>
              <a:t>The architect is PLANNING the house but he’s NOT BUILDING it!</a:t>
            </a:r>
          </a:p>
        </p:txBody>
      </p: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57401509-18D6-01E9-B791-425434DBAB3F}"/>
              </a:ext>
            </a:extLst>
          </p:cNvPr>
          <p:cNvGrpSpPr/>
          <p:nvPr/>
        </p:nvGrpSpPr>
        <p:grpSpPr>
          <a:xfrm>
            <a:off x="6479766" y="2070932"/>
            <a:ext cx="5634879" cy="1912258"/>
            <a:chOff x="6556829" y="1516743"/>
            <a:chExt cx="5634879" cy="1912258"/>
          </a:xfrm>
        </p:grpSpPr>
        <p:grpSp>
          <p:nvGrpSpPr>
            <p:cNvPr id="16" name="Gruppieren 15">
              <a:extLst>
                <a:ext uri="{FF2B5EF4-FFF2-40B4-BE49-F238E27FC236}">
                  <a16:creationId xmlns:a16="http://schemas.microsoft.com/office/drawing/2014/main" id="{C988D521-7822-7165-19CF-81927D809CC8}"/>
                </a:ext>
              </a:extLst>
            </p:cNvPr>
            <p:cNvGrpSpPr/>
            <p:nvPr/>
          </p:nvGrpSpPr>
          <p:grpSpPr>
            <a:xfrm>
              <a:off x="6556829" y="1516743"/>
              <a:ext cx="5581745" cy="1843778"/>
              <a:chOff x="6556829" y="1516743"/>
              <a:chExt cx="5581745" cy="1843778"/>
            </a:xfrm>
          </p:grpSpPr>
          <p:sp>
            <p:nvSpPr>
              <p:cNvPr id="9" name="Rechteck 8">
                <a:extLst>
                  <a:ext uri="{FF2B5EF4-FFF2-40B4-BE49-F238E27FC236}">
                    <a16:creationId xmlns:a16="http://schemas.microsoft.com/office/drawing/2014/main" id="{0AD26E81-F93E-62AB-1B73-AD0F7D3D05F5}"/>
                  </a:ext>
                </a:extLst>
              </p:cNvPr>
              <p:cNvSpPr/>
              <p:nvPr/>
            </p:nvSpPr>
            <p:spPr>
              <a:xfrm>
                <a:off x="6556829" y="1516743"/>
                <a:ext cx="2046514" cy="137885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" name="Rechteck 5">
                <a:extLst>
                  <a:ext uri="{FF2B5EF4-FFF2-40B4-BE49-F238E27FC236}">
                    <a16:creationId xmlns:a16="http://schemas.microsoft.com/office/drawing/2014/main" id="{18D2110D-7FB3-C742-16BF-B33A8CA20A7E}"/>
                  </a:ext>
                </a:extLst>
              </p:cNvPr>
              <p:cNvSpPr/>
              <p:nvPr/>
            </p:nvSpPr>
            <p:spPr>
              <a:xfrm>
                <a:off x="6556829" y="1997820"/>
                <a:ext cx="2426984" cy="1362701"/>
              </a:xfrm>
              <a:prstGeom prst="rect">
                <a:avLst/>
              </a:prstGeom>
              <a:solidFill>
                <a:srgbClr val="C00000"/>
              </a:solidFill>
              <a:ln w="57150">
                <a:solidFill>
                  <a:schemeClr val="accent5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>
                    <a:solidFill>
                      <a:schemeClr val="bg1">
                        <a:lumMod val="50000"/>
                      </a:schemeClr>
                    </a:solidFill>
                  </a:rPr>
                  <a:t>Parsing</a:t>
                </a:r>
              </a:p>
              <a:p>
                <a:pPr algn="ctr"/>
                <a:r>
                  <a:rPr lang="en-US" b="1" dirty="0">
                    <a:solidFill>
                      <a:schemeClr val="bg1">
                        <a:lumMod val="50000"/>
                      </a:schemeClr>
                    </a:solidFill>
                  </a:rPr>
                  <a:t>Compilation</a:t>
                </a:r>
              </a:p>
              <a:p>
                <a:pPr algn="ctr"/>
                <a:r>
                  <a:rPr lang="en-US" b="1" dirty="0"/>
                  <a:t>Optimization</a:t>
                </a:r>
              </a:p>
            </p:txBody>
          </p:sp>
          <p:sp>
            <p:nvSpPr>
              <p:cNvPr id="10" name="Rechteck 9">
                <a:extLst>
                  <a:ext uri="{FF2B5EF4-FFF2-40B4-BE49-F238E27FC236}">
                    <a16:creationId xmlns:a16="http://schemas.microsoft.com/office/drawing/2014/main" id="{62CB3B8A-8B43-5E20-3835-6A1C5C27B93D}"/>
                  </a:ext>
                </a:extLst>
              </p:cNvPr>
              <p:cNvSpPr/>
              <p:nvPr/>
            </p:nvSpPr>
            <p:spPr>
              <a:xfrm>
                <a:off x="9711590" y="1997819"/>
                <a:ext cx="2426984" cy="1362701"/>
              </a:xfrm>
              <a:prstGeom prst="rect">
                <a:avLst/>
              </a:prstGeom>
              <a:gradFill flip="none" rotWithShape="1">
                <a:gsLst>
                  <a:gs pos="0">
                    <a:srgbClr val="FFA7A7">
                      <a:shade val="30000"/>
                      <a:satMod val="115000"/>
                    </a:srgbClr>
                  </a:gs>
                  <a:gs pos="50000">
                    <a:srgbClr val="FFA7A7">
                      <a:shade val="67500"/>
                      <a:satMod val="115000"/>
                    </a:srgbClr>
                  </a:gs>
                  <a:gs pos="100000">
                    <a:srgbClr val="FFA7A7">
                      <a:shade val="100000"/>
                      <a:satMod val="115000"/>
                    </a:srgbClr>
                  </a:gs>
                </a:gsLst>
                <a:lin ang="0" scaled="1"/>
                <a:tileRect/>
              </a:gradFill>
              <a:ln w="57150">
                <a:solidFill>
                  <a:schemeClr val="accent5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/>
                  <a:t>Query Ex…</a:t>
                </a:r>
              </a:p>
            </p:txBody>
          </p:sp>
          <p:sp>
            <p:nvSpPr>
              <p:cNvPr id="7" name="Pfeil: nach rechts 6">
                <a:extLst>
                  <a:ext uri="{FF2B5EF4-FFF2-40B4-BE49-F238E27FC236}">
                    <a16:creationId xmlns:a16="http://schemas.microsoft.com/office/drawing/2014/main" id="{7960E17A-2C1D-2378-A563-C0B5E8462EF6}"/>
                  </a:ext>
                </a:extLst>
              </p:cNvPr>
              <p:cNvSpPr/>
              <p:nvPr/>
            </p:nvSpPr>
            <p:spPr>
              <a:xfrm>
                <a:off x="8983813" y="2531220"/>
                <a:ext cx="780911" cy="388787"/>
              </a:xfrm>
              <a:prstGeom prst="rightArrow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2" name="Rechteck 11">
              <a:extLst>
                <a:ext uri="{FF2B5EF4-FFF2-40B4-BE49-F238E27FC236}">
                  <a16:creationId xmlns:a16="http://schemas.microsoft.com/office/drawing/2014/main" id="{237347AB-7024-033C-5E01-6C6A356027D2}"/>
                </a:ext>
              </a:extLst>
            </p:cNvPr>
            <p:cNvSpPr/>
            <p:nvPr/>
          </p:nvSpPr>
          <p:spPr>
            <a:xfrm>
              <a:off x="11546377" y="1870365"/>
              <a:ext cx="645331" cy="155863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5" name="Grafik 4">
            <a:extLst>
              <a:ext uri="{FF2B5EF4-FFF2-40B4-BE49-F238E27FC236}">
                <a16:creationId xmlns:a16="http://schemas.microsoft.com/office/drawing/2014/main" id="{052AF6A3-3058-3649-987B-28CF7684E2E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2004312"/>
            <a:ext cx="5759303" cy="3839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21070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88AE20-CDF3-8657-C175-D91E881305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1B98E8F-337F-0E09-1460-3CF42A2A837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noProof="0" dirty="0"/>
              <a:t>Basics about Statistics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2AEB3CFC-FE4D-CB10-A11F-92878323652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noProof="0" dirty="0"/>
              <a:t>The core rules that govern</a:t>
            </a:r>
          </a:p>
          <a:p>
            <a:r>
              <a:rPr lang="en-US" noProof="0" dirty="0"/>
              <a:t>when SQL Server creates, refreshes, and retires</a:t>
            </a:r>
          </a:p>
          <a:p>
            <a:r>
              <a:rPr lang="en-US" noProof="0" dirty="0"/>
              <a:t>the statistics queries depend on.</a:t>
            </a:r>
          </a:p>
        </p:txBody>
      </p:sp>
    </p:spTree>
    <p:extLst>
      <p:ext uri="{BB962C8B-B14F-4D97-AF65-F5344CB8AC3E}">
        <p14:creationId xmlns:p14="http://schemas.microsoft.com/office/powerpoint/2010/main" val="217055058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6CED106-DC8A-2F3B-42EE-F176C669A4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noProof="0" dirty="0"/>
              <a:t>Database Settings</a:t>
            </a:r>
          </a:p>
        </p:txBody>
      </p:sp>
      <p:pic>
        <p:nvPicPr>
          <p:cNvPr id="7" name="Inhaltsplatzhalter 6">
            <a:extLst>
              <a:ext uri="{FF2B5EF4-FFF2-40B4-BE49-F238E27FC236}">
                <a16:creationId xmlns:a16="http://schemas.microsoft.com/office/drawing/2014/main" id="{DEE4F916-CB34-0EB6-1E57-FA18399F7925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334963" y="1756225"/>
            <a:ext cx="5581650" cy="4390126"/>
          </a:xfrm>
          <a:prstGeom prst="rect">
            <a:avLst/>
          </a:prstGeom>
        </p:spPr>
      </p:pic>
      <p:sp>
        <p:nvSpPr>
          <p:cNvPr id="5" name="Inhaltsplatzhalter 4">
            <a:extLst>
              <a:ext uri="{FF2B5EF4-FFF2-40B4-BE49-F238E27FC236}">
                <a16:creationId xmlns:a16="http://schemas.microsoft.com/office/drawing/2014/main" id="{37499CFD-98E6-07B7-8C9E-BF2C14BFD145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noProof="0" dirty="0"/>
              <a:t>Auto Create Statistics</a:t>
            </a:r>
          </a:p>
          <a:p>
            <a:pPr lvl="1"/>
            <a:r>
              <a:rPr lang="en-US" noProof="0" dirty="0"/>
              <a:t>SQL Server builds the statistics it needs the moment your queries demand them.</a:t>
            </a:r>
          </a:p>
          <a:p>
            <a:r>
              <a:rPr lang="en-US" noProof="0" dirty="0"/>
              <a:t>Auto Update Statistics</a:t>
            </a:r>
          </a:p>
          <a:p>
            <a:pPr lvl="1"/>
            <a:r>
              <a:rPr lang="en-US" noProof="0" dirty="0"/>
              <a:t>Keeps statistics fresh so the optimizer doesn’t make decisions based on yesterday’s data.</a:t>
            </a:r>
          </a:p>
          <a:p>
            <a:r>
              <a:rPr lang="en-US" noProof="0" dirty="0"/>
              <a:t>Auto Update Statistics </a:t>
            </a:r>
            <a:r>
              <a:rPr lang="en-US" noProof="0" dirty="0" err="1"/>
              <a:t>Asynchron</a:t>
            </a:r>
            <a:r>
              <a:rPr lang="en-US" noProof="0" dirty="0"/>
              <a:t>…</a:t>
            </a:r>
          </a:p>
          <a:p>
            <a:pPr lvl="1"/>
            <a:r>
              <a:rPr lang="en-US" noProof="0" dirty="0"/>
              <a:t>Refreshes stale stats in the background so your queries don’t have to wait for them.</a:t>
            </a: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A7285931-58EA-3972-ECDB-69059EB05F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3473" y="3061829"/>
            <a:ext cx="4258269" cy="1314633"/>
          </a:xfrm>
          <a:prstGeom prst="rect">
            <a:avLst/>
          </a:prstGeom>
          <a:ln w="38100">
            <a:solidFill>
              <a:srgbClr val="C00000"/>
            </a:solidFill>
          </a:ln>
        </p:spPr>
      </p:pic>
    </p:spTree>
    <p:extLst>
      <p:ext uri="{BB962C8B-B14F-4D97-AF65-F5344CB8AC3E}">
        <p14:creationId xmlns:p14="http://schemas.microsoft.com/office/powerpoint/2010/main" val="4835150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F95A5C6F-59A1-79F5-FD34-C2B4C18D7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When are Statistics created?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AE78492F-4A4B-B20A-E607-E98564D6730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Automatic Creation</a:t>
            </a:r>
          </a:p>
          <a:p>
            <a:pPr lvl="1"/>
            <a:r>
              <a:rPr lang="en-US" dirty="0"/>
              <a:t>Database Option “Auto create Statistics” must be ON</a:t>
            </a:r>
          </a:p>
          <a:p>
            <a:r>
              <a:rPr lang="en-US" dirty="0"/>
              <a:t>Index Creation</a:t>
            </a:r>
          </a:p>
          <a:p>
            <a:pPr lvl="1"/>
            <a:r>
              <a:rPr lang="en-US" dirty="0"/>
              <a:t>Every Index automatically creates a corresponding statistics object on the key column(s).</a:t>
            </a:r>
          </a:p>
          <a:p>
            <a:r>
              <a:rPr lang="en-US" dirty="0"/>
              <a:t>Manual Creation</a:t>
            </a:r>
          </a:p>
          <a:p>
            <a:pPr lvl="1"/>
            <a:r>
              <a:rPr lang="en-US" dirty="0"/>
              <a:t>Used for filtered stats, multi-column stats or precision control</a:t>
            </a:r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D28FD8A4-1016-E679-A8E2-B4924706398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sz="14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pPr marL="0" indent="0">
              <a:buNone/>
            </a:pPr>
            <a:endParaRPr lang="en-US" sz="14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pPr marL="0" indent="0">
              <a:buNone/>
            </a:pPr>
            <a:endParaRPr lang="en-US" sz="14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pPr>
              <a:buNone/>
            </a:pPr>
            <a:endParaRPr lang="de-DE" sz="1400" dirty="0">
              <a:solidFill>
                <a:srgbClr val="0000FF"/>
              </a:solidFill>
              <a:effectLst/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pPr>
              <a:buNone/>
            </a:pPr>
            <a:r>
              <a:rPr lang="de-DE" sz="1400" dirty="0">
                <a:solidFill>
                  <a:srgbClr val="0000FF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CREATE</a:t>
            </a:r>
            <a:r>
              <a:rPr lang="de-DE" sz="1400" dirty="0">
                <a:solidFill>
                  <a:srgbClr val="000000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de-DE" sz="1400" dirty="0">
                <a:solidFill>
                  <a:srgbClr val="0000FF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NONCLUSTERED</a:t>
            </a:r>
            <a:r>
              <a:rPr lang="de-DE" sz="1400" dirty="0">
                <a:solidFill>
                  <a:srgbClr val="000000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de-DE" sz="1400" dirty="0">
                <a:solidFill>
                  <a:srgbClr val="0000FF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INDEX</a:t>
            </a:r>
            <a:r>
              <a:rPr lang="de-DE" sz="1400" dirty="0">
                <a:solidFill>
                  <a:srgbClr val="000000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de-DE" sz="1400" dirty="0" err="1">
                <a:solidFill>
                  <a:srgbClr val="000000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nix_customers_c_nationkey</a:t>
            </a:r>
            <a:endParaRPr lang="de-DE" sz="1400" dirty="0">
              <a:solidFill>
                <a:srgbClr val="000000"/>
              </a:solidFill>
              <a:effectLst/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pPr>
              <a:buNone/>
            </a:pPr>
            <a:r>
              <a:rPr lang="de-DE" sz="1400" dirty="0">
                <a:solidFill>
                  <a:srgbClr val="0000FF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de-DE" sz="1400" dirty="0">
                <a:solidFill>
                  <a:srgbClr val="000000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de-DE" sz="1400" dirty="0" err="1">
                <a:solidFill>
                  <a:srgbClr val="000000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dbo</a:t>
            </a:r>
            <a:r>
              <a:rPr lang="de-DE" sz="1400" dirty="0" err="1">
                <a:solidFill>
                  <a:srgbClr val="808080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de-DE" sz="1400" dirty="0" err="1">
                <a:solidFill>
                  <a:srgbClr val="000000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customers</a:t>
            </a:r>
            <a:r>
              <a:rPr lang="de-DE" sz="1400" dirty="0">
                <a:solidFill>
                  <a:srgbClr val="0000FF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de-DE" sz="1400" dirty="0">
                <a:solidFill>
                  <a:srgbClr val="808080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de-DE" sz="1400" dirty="0" err="1">
                <a:solidFill>
                  <a:srgbClr val="000000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c_nationkey</a:t>
            </a:r>
            <a:r>
              <a:rPr lang="de-DE" sz="1400" dirty="0">
                <a:solidFill>
                  <a:srgbClr val="808080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);</a:t>
            </a:r>
            <a:endParaRPr lang="de-DE" sz="1400" dirty="0">
              <a:solidFill>
                <a:srgbClr val="000000"/>
              </a:solidFill>
              <a:effectLst/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pPr marL="0" indent="0">
              <a:buNone/>
            </a:pPr>
            <a:endParaRPr lang="en-US" sz="14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pPr marL="0" indent="0">
              <a:buNone/>
            </a:pPr>
            <a:endParaRPr lang="en-US" sz="1400" dirty="0"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pPr>
              <a:buNone/>
            </a:pPr>
            <a:r>
              <a:rPr lang="de-DE" sz="1400" dirty="0">
                <a:solidFill>
                  <a:srgbClr val="0000FF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CREATE</a:t>
            </a:r>
            <a:r>
              <a:rPr lang="de-DE" sz="1400" dirty="0">
                <a:solidFill>
                  <a:srgbClr val="000000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de-DE" sz="1400" dirty="0">
                <a:solidFill>
                  <a:srgbClr val="0000FF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STATISTICS</a:t>
            </a:r>
            <a:r>
              <a:rPr lang="de-DE" sz="1400" dirty="0">
                <a:solidFill>
                  <a:srgbClr val="000000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de-DE" sz="1400" dirty="0" err="1">
                <a:solidFill>
                  <a:srgbClr val="000000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stats_orders_o_orderpriority</a:t>
            </a:r>
            <a:endParaRPr lang="de-DE" sz="1400" dirty="0">
              <a:solidFill>
                <a:srgbClr val="000000"/>
              </a:solidFill>
              <a:effectLst/>
              <a:latin typeface="Cascadia Mono" panose="020B0609020000020004" pitchFamily="49" charset="0"/>
              <a:cs typeface="Cascadia Mono" panose="020B0609020000020004" pitchFamily="49" charset="0"/>
            </a:endParaRPr>
          </a:p>
          <a:p>
            <a:pPr>
              <a:buNone/>
            </a:pPr>
            <a:r>
              <a:rPr lang="de-DE" sz="1400" dirty="0">
                <a:solidFill>
                  <a:srgbClr val="0000FF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ON</a:t>
            </a:r>
            <a:r>
              <a:rPr lang="de-DE" sz="1400" dirty="0">
                <a:solidFill>
                  <a:srgbClr val="000000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de-DE" sz="1400" dirty="0" err="1">
                <a:solidFill>
                  <a:srgbClr val="000000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dbo</a:t>
            </a:r>
            <a:r>
              <a:rPr lang="de-DE" sz="1400" dirty="0" err="1">
                <a:solidFill>
                  <a:srgbClr val="808080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.</a:t>
            </a:r>
            <a:r>
              <a:rPr lang="de-DE" sz="1400" dirty="0" err="1">
                <a:solidFill>
                  <a:srgbClr val="000000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orders</a:t>
            </a:r>
            <a:r>
              <a:rPr lang="de-DE" sz="1400" dirty="0">
                <a:solidFill>
                  <a:srgbClr val="0000FF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 </a:t>
            </a:r>
            <a:r>
              <a:rPr lang="de-DE" sz="1400" dirty="0">
                <a:solidFill>
                  <a:srgbClr val="808080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(</a:t>
            </a:r>
            <a:r>
              <a:rPr lang="de-DE" sz="1400" dirty="0" err="1">
                <a:solidFill>
                  <a:srgbClr val="000000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o_orderpriority</a:t>
            </a:r>
            <a:r>
              <a:rPr lang="de-DE" sz="1400" dirty="0">
                <a:solidFill>
                  <a:srgbClr val="808080"/>
                </a:solidFill>
                <a:effectLst/>
                <a:latin typeface="Cascadia Mono" panose="020B0609020000020004" pitchFamily="49" charset="0"/>
                <a:cs typeface="Cascadia Mono" panose="020B0609020000020004" pitchFamily="49" charset="0"/>
              </a:rPr>
              <a:t>);</a:t>
            </a:r>
            <a:endParaRPr lang="de-DE" sz="1400" dirty="0">
              <a:solidFill>
                <a:srgbClr val="000000"/>
              </a:solidFill>
              <a:effectLst/>
              <a:latin typeface="Cascadia Mono" panose="020B0609020000020004" pitchFamily="49" charset="0"/>
              <a:cs typeface="Cascadia Mono" panose="020B06090200000200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5932359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D6409B4-8AAE-E12E-F441-DB44B2B2EE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When are Statistics updated?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700B0E9-5A46-85AF-C209-1BDCF35B4A3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Automatic Updates</a:t>
            </a:r>
          </a:p>
          <a:p>
            <a:pPr lvl="1"/>
            <a:r>
              <a:rPr lang="en-US" dirty="0"/>
              <a:t>Triggered when enough rows have changed</a:t>
            </a:r>
          </a:p>
          <a:p>
            <a:pPr lvl="1"/>
            <a:r>
              <a:rPr lang="en-US" dirty="0"/>
              <a:t>Threshold depends on Compatibility Level</a:t>
            </a:r>
          </a:p>
          <a:p>
            <a:r>
              <a:rPr lang="en-US" dirty="0"/>
              <a:t>Manual Updates</a:t>
            </a:r>
          </a:p>
          <a:p>
            <a:pPr lvl="1"/>
            <a:r>
              <a:rPr lang="en-US" dirty="0"/>
              <a:t>Used when precision or deterministic behavior is required.</a:t>
            </a:r>
          </a:p>
        </p:txBody>
      </p:sp>
      <p:pic>
        <p:nvPicPr>
          <p:cNvPr id="6" name="UpdateStats small">
            <a:extLst>
              <a:ext uri="{FF2B5EF4-FFF2-40B4-BE49-F238E27FC236}">
                <a16:creationId xmlns:a16="http://schemas.microsoft.com/office/drawing/2014/main" id="{8D6BBEC3-F3AE-7A88-3D5B-85987A0F910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5293" y="1678476"/>
            <a:ext cx="5535552" cy="2761639"/>
          </a:xfrm>
          <a:prstGeom prst="rect">
            <a:avLst/>
          </a:prstGeom>
        </p:spPr>
      </p:pic>
      <p:pic>
        <p:nvPicPr>
          <p:cNvPr id="7" name="UpdateStats big">
            <a:extLst>
              <a:ext uri="{FF2B5EF4-FFF2-40B4-BE49-F238E27FC236}">
                <a16:creationId xmlns:a16="http://schemas.microsoft.com/office/drawing/2014/main" id="{7D052FBA-CE81-EA1E-888A-AD0BA3DEFD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060" y="1557338"/>
            <a:ext cx="9373123" cy="46761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45046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334965" y="441326"/>
            <a:ext cx="9037635" cy="1116015"/>
          </a:xfrm>
        </p:spPr>
        <p:txBody>
          <a:bodyPr>
            <a:normAutofit/>
          </a:bodyPr>
          <a:lstStyle/>
          <a:p>
            <a:r>
              <a:rPr lang="en-US" noProof="0" dirty="0"/>
              <a:t>Algorithm for AUTO_UPDATE_STATISTICS: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/>
          </p:nvPr>
        </p:nvSpPr>
        <p:spPr>
          <a:xfrm>
            <a:off x="334966" y="1665288"/>
            <a:ext cx="5581743" cy="4572000"/>
          </a:xfrm>
        </p:spPr>
        <p:txBody>
          <a:bodyPr>
            <a:normAutofit/>
          </a:bodyPr>
          <a:lstStyle/>
          <a:p>
            <a:r>
              <a:rPr lang="en-US" noProof="0" dirty="0"/>
              <a:t>Before SQL Server 2016</a:t>
            </a:r>
          </a:p>
          <a:p>
            <a:pPr lvl="1"/>
            <a:r>
              <a:rPr lang="en-US" noProof="0" dirty="0"/>
              <a:t>If the cardinality of a table is between 7 and 500 the statistics will be updated after 500 modifications.</a:t>
            </a:r>
          </a:p>
          <a:p>
            <a:pPr lvl="1"/>
            <a:r>
              <a:rPr lang="en-US" noProof="0" dirty="0"/>
              <a:t>If the table has more than 500 rows the statistics will be updated when 500 records + 20% have been modified.</a:t>
            </a:r>
          </a:p>
          <a:p>
            <a:r>
              <a:rPr lang="en-US" noProof="0" dirty="0"/>
              <a:t>Formula</a:t>
            </a:r>
          </a:p>
          <a:p>
            <a:pPr lvl="1"/>
            <a:r>
              <a:rPr lang="en-US" noProof="0" dirty="0"/>
              <a:t>rows * 20%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4E3E1A19-00D4-9AAB-DD03-3814B8F0D3A2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271709" y="1665291"/>
                <a:ext cx="5585331" cy="4571999"/>
              </a:xfrm>
            </p:spPr>
            <p:txBody>
              <a:bodyPr/>
              <a:lstStyle/>
              <a:p>
                <a:r>
                  <a:rPr lang="en-US" noProof="0" dirty="0"/>
                  <a:t>SQL Server 2016 (or TF 2371)</a:t>
                </a:r>
              </a:p>
              <a:p>
                <a:pPr lvl="1"/>
                <a:r>
                  <a:rPr lang="en-US" noProof="0" dirty="0"/>
                  <a:t>SQL Server switches to a dynamic, data‑size‑aware threshold based on the square root of the number of row.</a:t>
                </a:r>
              </a:p>
              <a:p>
                <a:pPr lvl="1"/>
                <a:r>
                  <a:rPr lang="en-US" noProof="0" dirty="0"/>
                  <a:t>If the threshold value is bigger than with the old formula, the old </a:t>
                </a:r>
                <a:r>
                  <a:rPr lang="en-US" noProof="0" dirty="0" err="1"/>
                  <a:t>formua</a:t>
                </a:r>
                <a:r>
                  <a:rPr lang="en-US" noProof="0" dirty="0"/>
                  <a:t> value is used!</a:t>
                </a:r>
              </a:p>
              <a:p>
                <a:r>
                  <a:rPr lang="en-US" noProof="0" dirty="0"/>
                  <a:t>Formula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noProof="0" smtClean="0">
                        <a:latin typeface="Cambria Math" panose="02040503050406030204" pitchFamily="18" charset="0"/>
                      </a:rPr>
                      <m:t>√(</m:t>
                    </m:r>
                    <m:r>
                      <a:rPr lang="en-US" b="0" i="1" noProof="0" smtClean="0">
                        <a:latin typeface="Cambria Math" panose="02040503050406030204" pitchFamily="18" charset="0"/>
                      </a:rPr>
                      <m:t>𝑟𝑜𝑤𝑠</m:t>
                    </m:r>
                    <m:r>
                      <a:rPr lang="en-US" b="0" i="1" noProof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noProof="0" dirty="0"/>
              </a:p>
            </p:txBody>
          </p:sp>
        </mc:Choice>
        <mc:Fallback>
          <p:sp>
            <p:nvSpPr>
              <p:cNvPr id="4" name="Inhaltsplatzhalter 3">
                <a:extLst>
                  <a:ext uri="{FF2B5EF4-FFF2-40B4-BE49-F238E27FC236}">
                    <a16:creationId xmlns:a16="http://schemas.microsoft.com/office/drawing/2014/main" id="{4E3E1A19-00D4-9AAB-DD03-3814B8F0D3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271709" y="1665291"/>
                <a:ext cx="5585331" cy="4571999"/>
              </a:xfrm>
              <a:blipFill>
                <a:blip r:embed="rId2"/>
                <a:stretch>
                  <a:fillRect l="-1856" t="-20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8350056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Maintenance of statistics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Statistics have to be updated </a:t>
            </a:r>
            <a:r>
              <a:rPr lang="en-US" dirty="0" err="1"/>
              <a:t>regulary</a:t>
            </a:r>
            <a:r>
              <a:rPr lang="en-US" dirty="0"/>
              <a:t> for efficient execution plans</a:t>
            </a:r>
          </a:p>
          <a:p>
            <a:r>
              <a:rPr lang="en-US" dirty="0"/>
              <a:t>Statistics will be recreated / updated by the following conditions:</a:t>
            </a:r>
          </a:p>
          <a:p>
            <a:pPr lvl="1"/>
            <a:r>
              <a:rPr lang="en-US" dirty="0"/>
              <a:t>Creation / Rebuild of an index</a:t>
            </a:r>
          </a:p>
          <a:p>
            <a:pPr lvl="1"/>
            <a:r>
              <a:rPr lang="en-US" dirty="0"/>
              <a:t>Execution of </a:t>
            </a:r>
            <a:r>
              <a:rPr lang="en-US" dirty="0" err="1"/>
              <a:t>sp_updatestats</a:t>
            </a:r>
            <a:endParaRPr lang="en-US" dirty="0"/>
          </a:p>
          <a:p>
            <a:pPr lvl="1"/>
            <a:r>
              <a:rPr lang="en-US" dirty="0"/>
              <a:t>Execution of UPDATE STATISTICS</a:t>
            </a:r>
          </a:p>
          <a:p>
            <a:pPr lvl="1"/>
            <a:r>
              <a:rPr lang="en-US" dirty="0"/>
              <a:t>Automatic updated</a:t>
            </a:r>
          </a:p>
          <a:p>
            <a:r>
              <a:rPr lang="en-US" dirty="0"/>
              <a:t>Recommendation</a:t>
            </a:r>
          </a:p>
          <a:p>
            <a:pPr lvl="1"/>
            <a:r>
              <a:rPr lang="en-US" dirty="0">
                <a:hlinkClick r:id="rId2"/>
              </a:rPr>
              <a:t>http://ola.hallengren.com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64960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afik 2" descr="Ein Bild, das Wand, drinnen, Person, essend enthält.&#10;&#10;Automatisch generierte Beschreibung">
            <a:extLst>
              <a:ext uri="{FF2B5EF4-FFF2-40B4-BE49-F238E27FC236}">
                <a16:creationId xmlns:a16="http://schemas.microsoft.com/office/drawing/2014/main" id="{B83979AF-EC4E-A3B7-5E7A-4742A3BCD4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91025" y="1196975"/>
            <a:ext cx="3409950" cy="3429000"/>
          </a:xfrm>
          <a:prstGeom prst="rect">
            <a:avLst/>
          </a:prstGeom>
          <a:ln w="57150">
            <a:solidFill>
              <a:schemeClr val="tx1"/>
            </a:solidFill>
          </a:ln>
          <a:effectLst>
            <a:outerShdw blurRad="76200" dist="12700" dir="8100000" sy="-23000" kx="800400" algn="br" rotWithShape="0">
              <a:prstClr val="black">
                <a:alpha val="20000"/>
              </a:prstClr>
            </a:outerShdw>
          </a:effectLst>
        </p:spPr>
      </p:pic>
      <p:sp>
        <p:nvSpPr>
          <p:cNvPr id="2" name="Untertitel 2">
            <a:extLst>
              <a:ext uri="{FF2B5EF4-FFF2-40B4-BE49-F238E27FC236}">
                <a16:creationId xmlns:a16="http://schemas.microsoft.com/office/drawing/2014/main" id="{C397CE24-1561-012C-8144-0FD46600A04F}"/>
              </a:ext>
            </a:extLst>
          </p:cNvPr>
          <p:cNvSpPr txBox="1">
            <a:spLocks/>
          </p:cNvSpPr>
          <p:nvPr/>
        </p:nvSpPr>
        <p:spPr>
          <a:xfrm>
            <a:off x="344245" y="4870174"/>
            <a:ext cx="11510683" cy="743821"/>
          </a:xfrm>
          <a:prstGeom prst="rect">
            <a:avLst/>
          </a:prstGeom>
        </p:spPr>
        <p:txBody>
          <a:bodyPr/>
          <a:lstStyle>
            <a:lvl1pPr marL="228584" indent="-228584" algn="l" defTabSz="914332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750" indent="-228584" algn="l" defTabSz="914332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2914" indent="-228584" algn="l" defTabSz="914332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080" indent="-228584" algn="l" defTabSz="914332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247" indent="-228584" algn="l" defTabSz="914332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412" indent="-228584" algn="l" defTabSz="914332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578" indent="-228584" algn="l" defTabSz="914332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744" indent="-228584" algn="l" defTabSz="914332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5910" indent="-228584" algn="l" defTabSz="914332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de-DE" dirty="0">
                <a:hlinkClick r:id="rId3"/>
              </a:rPr>
              <a:t>https://github.com/db-berater/</a:t>
            </a:r>
            <a:r>
              <a:rPr lang="de-DE" dirty="0"/>
              <a:t>...</a:t>
            </a:r>
          </a:p>
        </p:txBody>
      </p:sp>
    </p:spTree>
    <p:extLst>
      <p:ext uri="{BB962C8B-B14F-4D97-AF65-F5344CB8AC3E}">
        <p14:creationId xmlns:p14="http://schemas.microsoft.com/office/powerpoint/2010/main" val="216906354"/>
      </p:ext>
    </p:extLst>
  </p:cSld>
  <p:clrMapOvr>
    <a:masterClrMapping/>
  </p:clrMapOvr>
</p:sld>
</file>

<file path=ppt/theme/theme1.xml><?xml version="1.0" encoding="utf-8"?>
<a:theme xmlns:a="http://schemas.openxmlformats.org/drawingml/2006/main" name="1_db-berater">
  <a:themeElements>
    <a:clrScheme name="Lariss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Benutzerdefiniert 2">
      <a:majorFont>
        <a:latin typeface="Segoe UI"/>
        <a:ea typeface=""/>
        <a:cs typeface=""/>
      </a:majorFont>
      <a:minorFont>
        <a:latin typeface="Segoe UI"/>
        <a:ea typeface=""/>
        <a:cs typeface="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>
        <a:ln>
          <a:solidFill>
            <a:schemeClr val="tx1"/>
          </a:solidFill>
          <a:headEnd type="none" w="med" len="med"/>
          <a:tailEnd type="none" w="med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db-berater" id="{A415B4FD-AA9B-4461-AC2B-36ED5617A0E3}" vid="{018F950C-F5FA-4D6B-B0C1-0DCF0BD05116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db-berater</Template>
  <TotalTime>0</TotalTime>
  <Words>1224</Words>
  <Application>Microsoft Office PowerPoint</Application>
  <PresentationFormat>Breitbild</PresentationFormat>
  <Paragraphs>180</Paragraphs>
  <Slides>19</Slides>
  <Notes>8</Notes>
  <HiddenSlides>1</HiddenSlides>
  <MMClips>0</MMClips>
  <ScaleCrop>false</ScaleCrop>
  <HeadingPairs>
    <vt:vector size="6" baseType="variant">
      <vt:variant>
        <vt:lpstr>Verwendete Schriftarten</vt:lpstr>
      </vt:variant>
      <vt:variant>
        <vt:i4>8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19</vt:i4>
      </vt:variant>
    </vt:vector>
  </HeadingPairs>
  <TitlesOfParts>
    <vt:vector size="28" baseType="lpstr">
      <vt:lpstr>Aptos</vt:lpstr>
      <vt:lpstr>Arial</vt:lpstr>
      <vt:lpstr>Calibri</vt:lpstr>
      <vt:lpstr>Cambria Math</vt:lpstr>
      <vt:lpstr>Cascadia Mono</vt:lpstr>
      <vt:lpstr>Lucida Console</vt:lpstr>
      <vt:lpstr>Segoe UI</vt:lpstr>
      <vt:lpstr>verdana</vt:lpstr>
      <vt:lpstr>1_db-berater</vt:lpstr>
      <vt:lpstr>Mastering SQL Server Statistics</vt:lpstr>
      <vt:lpstr>Uwe Ricken db Berater GmbH</vt:lpstr>
      <vt:lpstr>Challenge SQL Server real world scenarios</vt:lpstr>
      <vt:lpstr>Workshop Agenda</vt:lpstr>
      <vt:lpstr>Session Agenda</vt:lpstr>
      <vt:lpstr>What are Statistics in SQL Server</vt:lpstr>
      <vt:lpstr>Let's plan a house….</vt:lpstr>
      <vt:lpstr>I would like a house for my family</vt:lpstr>
      <vt:lpstr>I would like a house for my family</vt:lpstr>
      <vt:lpstr>I would like a house for my family</vt:lpstr>
      <vt:lpstr>I would like a house for my family</vt:lpstr>
      <vt:lpstr>I would like a house for my family</vt:lpstr>
      <vt:lpstr>Basics about Statistics</vt:lpstr>
      <vt:lpstr>Database Settings</vt:lpstr>
      <vt:lpstr>When are Statistics created?</vt:lpstr>
      <vt:lpstr>When are Statistics updated?</vt:lpstr>
      <vt:lpstr>Algorithm for AUTO_UPDATE_STATISTICS:</vt:lpstr>
      <vt:lpstr>Maintenance of statistics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Uwe Ricken</dc:creator>
  <cp:lastModifiedBy>Uwe Ricken</cp:lastModifiedBy>
  <cp:revision>46</cp:revision>
  <dcterms:created xsi:type="dcterms:W3CDTF">2024-11-09T16:26:01Z</dcterms:created>
  <dcterms:modified xsi:type="dcterms:W3CDTF">2026-09-04T06:52:44Z</dcterms:modified>
</cp:coreProperties>
</file>