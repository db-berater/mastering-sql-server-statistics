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31"/>
  </p:notesMasterIdLst>
  <p:handoutMasterIdLst>
    <p:handoutMasterId r:id="rId32"/>
  </p:handoutMasterIdLst>
  <p:sldIdLst>
    <p:sldId id="334" r:id="rId2"/>
    <p:sldId id="260" r:id="rId3"/>
    <p:sldId id="421" r:id="rId4"/>
    <p:sldId id="422" r:id="rId5"/>
    <p:sldId id="423" r:id="rId6"/>
    <p:sldId id="427" r:id="rId7"/>
    <p:sldId id="428" r:id="rId8"/>
    <p:sldId id="444" r:id="rId9"/>
    <p:sldId id="443" r:id="rId10"/>
    <p:sldId id="446" r:id="rId11"/>
    <p:sldId id="439" r:id="rId12"/>
    <p:sldId id="447" r:id="rId13"/>
    <p:sldId id="440" r:id="rId14"/>
    <p:sldId id="449" r:id="rId15"/>
    <p:sldId id="450" r:id="rId16"/>
    <p:sldId id="451" r:id="rId17"/>
    <p:sldId id="402" r:id="rId18"/>
    <p:sldId id="452" r:id="rId19"/>
    <p:sldId id="265" r:id="rId20"/>
    <p:sldId id="256" r:id="rId21"/>
    <p:sldId id="453" r:id="rId22"/>
    <p:sldId id="454" r:id="rId23"/>
    <p:sldId id="266" r:id="rId24"/>
    <p:sldId id="455" r:id="rId25"/>
    <p:sldId id="282" r:id="rId26"/>
    <p:sldId id="456" r:id="rId27"/>
    <p:sldId id="267" r:id="rId28"/>
    <p:sldId id="261" r:id="rId29"/>
    <p:sldId id="426" r:id="rId30"/>
  </p:sldIdLst>
  <p:sldSz cx="12192000" cy="6858000"/>
  <p:notesSz cx="6858000" cy="9144000"/>
  <p:defaultTextStyle>
    <a:defPPr>
      <a:defRPr lang="de-DE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89E442-C1C1-4DB9-994F-9FDDD37D8C34}" v="46" dt="2026-09-24T17:24:02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5" autoAdjust="0"/>
    <p:restoredTop sz="94657" autoAdjust="0"/>
  </p:normalViewPr>
  <p:slideViewPr>
    <p:cSldViewPr snapToGrid="0">
      <p:cViewPr varScale="1">
        <p:scale>
          <a:sx n="82" d="100"/>
          <a:sy n="82" d="100"/>
        </p:scale>
        <p:origin x="446" y="72"/>
      </p:cViewPr>
      <p:guideLst/>
    </p:cSldViewPr>
  </p:slideViewPr>
  <p:outlineViewPr>
    <p:cViewPr>
      <p:scale>
        <a:sx n="33" d="100"/>
        <a:sy n="33" d="100"/>
      </p:scale>
      <p:origin x="0" y="-1600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9" d="100"/>
          <a:sy n="89" d="100"/>
        </p:scale>
        <p:origin x="4109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e Ricken" userId="f02567aecbed924b" providerId="LiveId" clId="{E77B627B-1F43-41A9-9F24-D4BB31BF6050}"/>
    <pc:docChg chg="custSel addSld delSld modSld">
      <pc:chgData name="Uwe Ricken" userId="f02567aecbed924b" providerId="LiveId" clId="{E77B627B-1F43-41A9-9F24-D4BB31BF6050}" dt="2026-09-24T17:24:02.728" v="442"/>
      <pc:docMkLst>
        <pc:docMk/>
      </pc:docMkLst>
      <pc:sldChg chg="modSp add mod addAnim delAnim modAnim">
        <pc:chgData name="Uwe Ricken" userId="f02567aecbed924b" providerId="LiveId" clId="{E77B627B-1F43-41A9-9F24-D4BB31BF6050}" dt="2026-09-23T07:07:42.808" v="437"/>
        <pc:sldMkLst>
          <pc:docMk/>
          <pc:sldMk cId="570124611" sldId="256"/>
        </pc:sldMkLst>
        <pc:spChg chg="mod">
          <ac:chgData name="Uwe Ricken" userId="f02567aecbed924b" providerId="LiveId" clId="{E77B627B-1F43-41A9-9F24-D4BB31BF6050}" dt="2026-09-23T07:01:47.742" v="406" actId="20577"/>
          <ac:spMkLst>
            <pc:docMk/>
            <pc:sldMk cId="570124611" sldId="256"/>
            <ac:spMk id="16" creationId="{CCC63B43-BFC2-CEF5-9DA5-2C0D321ADCB4}"/>
          </ac:spMkLst>
        </pc:spChg>
        <pc:spChg chg="mod">
          <ac:chgData name="Uwe Ricken" userId="f02567aecbed924b" providerId="LiveId" clId="{E77B627B-1F43-41A9-9F24-D4BB31BF6050}" dt="2026-09-23T07:03:31.334" v="414" actId="962"/>
          <ac:spMkLst>
            <pc:docMk/>
            <pc:sldMk cId="570124611" sldId="256"/>
            <ac:spMk id="20" creationId="{7C63A38B-942E-CB55-D437-4691E4D83882}"/>
          </ac:spMkLst>
        </pc:spChg>
        <pc:spChg chg="mod">
          <ac:chgData name="Uwe Ricken" userId="f02567aecbed924b" providerId="LiveId" clId="{E77B627B-1F43-41A9-9F24-D4BB31BF6050}" dt="2026-09-23T07:03:38.951" v="415" actId="962"/>
          <ac:spMkLst>
            <pc:docMk/>
            <pc:sldMk cId="570124611" sldId="256"/>
            <ac:spMk id="24" creationId="{DF96F8F8-2877-E1EA-937D-335A75C92118}"/>
          </ac:spMkLst>
        </pc:spChg>
        <pc:spChg chg="mod">
          <ac:chgData name="Uwe Ricken" userId="f02567aecbed924b" providerId="LiveId" clId="{E77B627B-1F43-41A9-9F24-D4BB31BF6050}" dt="2026-09-23T07:03:49.346" v="416" actId="962"/>
          <ac:spMkLst>
            <pc:docMk/>
            <pc:sldMk cId="570124611" sldId="256"/>
            <ac:spMk id="26" creationId="{F4A8A769-5A57-0A40-15A8-2413758AA073}"/>
          </ac:spMkLst>
        </pc:spChg>
        <pc:spChg chg="mod">
          <ac:chgData name="Uwe Ricken" userId="f02567aecbed924b" providerId="LiveId" clId="{E77B627B-1F43-41A9-9F24-D4BB31BF6050}" dt="2026-09-23T07:04:56.964" v="425" actId="962"/>
          <ac:spMkLst>
            <pc:docMk/>
            <pc:sldMk cId="570124611" sldId="256"/>
            <ac:spMk id="27" creationId="{28C3D6A7-C661-FBDF-C255-18ADCE01499A}"/>
          </ac:spMkLst>
        </pc:spChg>
        <pc:spChg chg="mod">
          <ac:chgData name="Uwe Ricken" userId="f02567aecbed924b" providerId="LiveId" clId="{E77B627B-1F43-41A9-9F24-D4BB31BF6050}" dt="2026-09-23T07:05:04.798" v="426" actId="962"/>
          <ac:spMkLst>
            <pc:docMk/>
            <pc:sldMk cId="570124611" sldId="256"/>
            <ac:spMk id="28" creationId="{E33265A0-7B11-7805-2079-704C900A1B0C}"/>
          </ac:spMkLst>
        </pc:spChg>
        <pc:spChg chg="mod">
          <ac:chgData name="Uwe Ricken" userId="f02567aecbed924b" providerId="LiveId" clId="{E77B627B-1F43-41A9-9F24-D4BB31BF6050}" dt="2026-09-23T07:04:04.362" v="418" actId="962"/>
          <ac:spMkLst>
            <pc:docMk/>
            <pc:sldMk cId="570124611" sldId="256"/>
            <ac:spMk id="29" creationId="{9DADB14F-6233-A138-61EB-A1D1A6F01531}"/>
          </ac:spMkLst>
        </pc:spChg>
        <pc:spChg chg="mod">
          <ac:chgData name="Uwe Ricken" userId="f02567aecbed924b" providerId="LiveId" clId="{E77B627B-1F43-41A9-9F24-D4BB31BF6050}" dt="2026-09-23T07:04:09.933" v="419" actId="962"/>
          <ac:spMkLst>
            <pc:docMk/>
            <pc:sldMk cId="570124611" sldId="256"/>
            <ac:spMk id="41" creationId="{30C31D57-8703-DA7C-DFAF-1DCAA29CD722}"/>
          </ac:spMkLst>
        </pc:spChg>
        <pc:spChg chg="mod">
          <ac:chgData name="Uwe Ricken" userId="f02567aecbed924b" providerId="LiveId" clId="{E77B627B-1F43-41A9-9F24-D4BB31BF6050}" dt="2026-09-23T07:04:42.395" v="423" actId="962"/>
          <ac:spMkLst>
            <pc:docMk/>
            <pc:sldMk cId="570124611" sldId="256"/>
            <ac:spMk id="42" creationId="{170EC4FA-1619-56F8-5AE1-88CDDFDC3B04}"/>
          </ac:spMkLst>
        </pc:spChg>
        <pc:spChg chg="mod">
          <ac:chgData name="Uwe Ricken" userId="f02567aecbed924b" providerId="LiveId" clId="{E77B627B-1F43-41A9-9F24-D4BB31BF6050}" dt="2026-09-23T07:04:14.685" v="420" actId="962"/>
          <ac:spMkLst>
            <pc:docMk/>
            <pc:sldMk cId="570124611" sldId="256"/>
            <ac:spMk id="45" creationId="{DCDF7DDF-EFCD-43D3-7EB0-7118B6895657}"/>
          </ac:spMkLst>
        </pc:spChg>
        <pc:spChg chg="mod">
          <ac:chgData name="Uwe Ricken" userId="f02567aecbed924b" providerId="LiveId" clId="{E77B627B-1F43-41A9-9F24-D4BB31BF6050}" dt="2026-09-23T07:03:57.426" v="417" actId="962"/>
          <ac:spMkLst>
            <pc:docMk/>
            <pc:sldMk cId="570124611" sldId="256"/>
            <ac:spMk id="48" creationId="{0BD58E2C-3BAB-EE81-0978-AF2EAC60E705}"/>
          </ac:spMkLst>
        </pc:spChg>
        <pc:spChg chg="mod">
          <ac:chgData name="Uwe Ricken" userId="f02567aecbed924b" providerId="LiveId" clId="{E77B627B-1F43-41A9-9F24-D4BB31BF6050}" dt="2026-09-23T07:04:48.712" v="424" actId="962"/>
          <ac:spMkLst>
            <pc:docMk/>
            <pc:sldMk cId="570124611" sldId="256"/>
            <ac:spMk id="49" creationId="{4C1A238A-0404-53A5-3B37-56CA8487393D}"/>
          </ac:spMkLst>
        </pc:spChg>
        <pc:cxnChg chg="mod">
          <ac:chgData name="Uwe Ricken" userId="f02567aecbed924b" providerId="LiveId" clId="{E77B627B-1F43-41A9-9F24-D4BB31BF6050}" dt="2026-09-23T07:01:46.133" v="401" actId="20577"/>
          <ac:cxnSpMkLst>
            <pc:docMk/>
            <pc:sldMk cId="570124611" sldId="256"/>
            <ac:cxnSpMk id="18" creationId="{6E4F2C83-D1DA-4104-0381-E583C704F83D}"/>
          </ac:cxnSpMkLst>
        </pc:cxnChg>
        <pc:cxnChg chg="mod">
          <ac:chgData name="Uwe Ricken" userId="f02567aecbed924b" providerId="LiveId" clId="{E77B627B-1F43-41A9-9F24-D4BB31BF6050}" dt="2026-09-23T07:06:33.140" v="433" actId="962"/>
          <ac:cxnSpMkLst>
            <pc:docMk/>
            <pc:sldMk cId="570124611" sldId="256"/>
            <ac:cxnSpMk id="31" creationId="{92113B18-61F0-0705-4D54-AC95887E245B}"/>
          </ac:cxnSpMkLst>
        </pc:cxnChg>
        <pc:cxnChg chg="mod">
          <ac:chgData name="Uwe Ricken" userId="f02567aecbed924b" providerId="LiveId" clId="{E77B627B-1F43-41A9-9F24-D4BB31BF6050}" dt="2026-09-23T07:04:25.753" v="421" actId="962"/>
          <ac:cxnSpMkLst>
            <pc:docMk/>
            <pc:sldMk cId="570124611" sldId="256"/>
            <ac:cxnSpMk id="36" creationId="{C5170B1A-D710-613B-602F-33A2C477734F}"/>
          </ac:cxnSpMkLst>
        </pc:cxnChg>
        <pc:cxnChg chg="mod">
          <ac:chgData name="Uwe Ricken" userId="f02567aecbed924b" providerId="LiveId" clId="{E77B627B-1F43-41A9-9F24-D4BB31BF6050}" dt="2026-09-23T07:04:35.376" v="422" actId="962"/>
          <ac:cxnSpMkLst>
            <pc:docMk/>
            <pc:sldMk cId="570124611" sldId="256"/>
            <ac:cxnSpMk id="44" creationId="{F88D777D-C58D-8775-2B93-BB14944387DB}"/>
          </ac:cxnSpMkLst>
        </pc:cxnChg>
      </pc:sldChg>
      <pc:sldChg chg="add">
        <pc:chgData name="Uwe Ricken" userId="f02567aecbed924b" providerId="LiveId" clId="{E77B627B-1F43-41A9-9F24-D4BB31BF6050}" dt="2026-09-24T05:27:40.966" v="440"/>
        <pc:sldMkLst>
          <pc:docMk/>
          <pc:sldMk cId="929359777" sldId="260"/>
        </pc:sldMkLst>
      </pc:sldChg>
      <pc:sldChg chg="add">
        <pc:chgData name="Uwe Ricken" userId="f02567aecbed924b" providerId="LiveId" clId="{E77B627B-1F43-41A9-9F24-D4BB31BF6050}" dt="2026-09-24T05:27:52.088" v="441"/>
        <pc:sldMkLst>
          <pc:docMk/>
          <pc:sldMk cId="1657546940" sldId="261"/>
        </pc:sldMkLst>
      </pc:sldChg>
      <pc:sldChg chg="modSp">
        <pc:chgData name="Uwe Ricken" userId="f02567aecbed924b" providerId="LiveId" clId="{E77B627B-1F43-41A9-9F24-D4BB31BF6050}" dt="2026-09-23T06:38:37.950" v="17" actId="20577"/>
        <pc:sldMkLst>
          <pc:docMk/>
          <pc:sldMk cId="3583500562" sldId="265"/>
        </pc:sldMkLst>
        <pc:spChg chg="mod">
          <ac:chgData name="Uwe Ricken" userId="f02567aecbed924b" providerId="LiveId" clId="{E77B627B-1F43-41A9-9F24-D4BB31BF6050}" dt="2026-09-23T06:38:37.950" v="17" actId="20577"/>
          <ac:spMkLst>
            <pc:docMk/>
            <pc:sldMk cId="3583500562" sldId="265"/>
            <ac:spMk id="4" creationId="{4E3E1A19-00D4-9AAB-DD03-3814B8F0D3A2}"/>
          </ac:spMkLst>
        </pc:spChg>
      </pc:sldChg>
      <pc:sldChg chg="delSp add mod">
        <pc:chgData name="Uwe Ricken" userId="f02567aecbed924b" providerId="LiveId" clId="{E77B627B-1F43-41A9-9F24-D4BB31BF6050}" dt="2026-09-23T06:52:49.687" v="104" actId="478"/>
        <pc:sldMkLst>
          <pc:docMk/>
          <pc:sldMk cId="600213617" sldId="266"/>
        </pc:sldMkLst>
        <pc:picChg chg="del">
          <ac:chgData name="Uwe Ricken" userId="f02567aecbed924b" providerId="LiveId" clId="{E77B627B-1F43-41A9-9F24-D4BB31BF6050}" dt="2026-09-23T06:52:49.687" v="104" actId="478"/>
          <ac:picMkLst>
            <pc:docMk/>
            <pc:sldMk cId="600213617" sldId="266"/>
            <ac:picMk id="4" creationId="{00000000-0000-0000-0000-000000000000}"/>
          </ac:picMkLst>
        </pc:picChg>
      </pc:sldChg>
      <pc:sldChg chg="delSp modSp add mod">
        <pc:chgData name="Uwe Ricken" userId="f02567aecbed924b" providerId="LiveId" clId="{E77B627B-1F43-41A9-9F24-D4BB31BF6050}" dt="2026-09-23T06:54:07.636" v="109" actId="478"/>
        <pc:sldMkLst>
          <pc:docMk/>
          <pc:sldMk cId="470343384" sldId="282"/>
        </pc:sldMkLst>
        <pc:spChg chg="mod">
          <ac:chgData name="Uwe Ricken" userId="f02567aecbed924b" providerId="LiveId" clId="{E77B627B-1F43-41A9-9F24-D4BB31BF6050}" dt="2026-09-23T06:54:04.090" v="108" actId="20577"/>
          <ac:spMkLst>
            <pc:docMk/>
            <pc:sldMk cId="470343384" sldId="282"/>
            <ac:spMk id="3" creationId="{00000000-0000-0000-0000-000000000000}"/>
          </ac:spMkLst>
        </pc:spChg>
        <pc:picChg chg="del">
          <ac:chgData name="Uwe Ricken" userId="f02567aecbed924b" providerId="LiveId" clId="{E77B627B-1F43-41A9-9F24-D4BB31BF6050}" dt="2026-09-23T06:54:07.636" v="109" actId="478"/>
          <ac:picMkLst>
            <pc:docMk/>
            <pc:sldMk cId="470343384" sldId="282"/>
            <ac:picMk id="6" creationId="{00000000-0000-0000-0000-000000000000}"/>
          </ac:picMkLst>
        </pc:picChg>
      </pc:sldChg>
      <pc:sldChg chg="modSp mod">
        <pc:chgData name="Uwe Ricken" userId="f02567aecbed924b" providerId="LiveId" clId="{E77B627B-1F43-41A9-9F24-D4BB31BF6050}" dt="2026-09-22T08:03:36.115" v="1" actId="20577"/>
        <pc:sldMkLst>
          <pc:docMk/>
          <pc:sldMk cId="4067710344" sldId="334"/>
        </pc:sldMkLst>
        <pc:spChg chg="mod">
          <ac:chgData name="Uwe Ricken" userId="f02567aecbed924b" providerId="LiveId" clId="{E77B627B-1F43-41A9-9F24-D4BB31BF6050}" dt="2026-09-22T08:03:36.115" v="1" actId="20577"/>
          <ac:spMkLst>
            <pc:docMk/>
            <pc:sldMk cId="4067710344" sldId="334"/>
            <ac:spMk id="4" creationId="{00000000-0000-0000-0000-000000000000}"/>
          </ac:spMkLst>
        </pc:spChg>
      </pc:sldChg>
      <pc:sldChg chg="modSp add mod">
        <pc:chgData name="Uwe Ricken" userId="f02567aecbed924b" providerId="LiveId" clId="{E77B627B-1F43-41A9-9F24-D4BB31BF6050}" dt="2026-09-23T06:41:50.463" v="52" actId="20577"/>
        <pc:sldMkLst>
          <pc:docMk/>
          <pc:sldMk cId="3986546557" sldId="402"/>
        </pc:sldMkLst>
        <pc:spChg chg="mod">
          <ac:chgData name="Uwe Ricken" userId="f02567aecbed924b" providerId="LiveId" clId="{E77B627B-1F43-41A9-9F24-D4BB31BF6050}" dt="2026-09-23T06:41:50.463" v="52" actId="20577"/>
          <ac:spMkLst>
            <pc:docMk/>
            <pc:sldMk cId="3986546557" sldId="402"/>
            <ac:spMk id="6" creationId="{8668E183-D5F2-A8B2-64E9-68CD09B5BE12}"/>
          </ac:spMkLst>
        </pc:spChg>
      </pc:sldChg>
      <pc:sldChg chg="add">
        <pc:chgData name="Uwe Ricken" userId="f02567aecbed924b" providerId="LiveId" clId="{E77B627B-1F43-41A9-9F24-D4BB31BF6050}" dt="2026-09-23T09:30:38.217" v="438"/>
        <pc:sldMkLst>
          <pc:docMk/>
          <pc:sldMk cId="103624972" sldId="423"/>
        </pc:sldMkLst>
      </pc:sldChg>
      <pc:sldChg chg="modSp mod">
        <pc:chgData name="Uwe Ricken" userId="f02567aecbed924b" providerId="LiveId" clId="{E77B627B-1F43-41A9-9F24-D4BB31BF6050}" dt="2026-09-22T08:04:07.308" v="9" actId="207"/>
        <pc:sldMkLst>
          <pc:docMk/>
          <pc:sldMk cId="1723918427" sldId="427"/>
        </pc:sldMkLst>
        <pc:spChg chg="mod">
          <ac:chgData name="Uwe Ricken" userId="f02567aecbed924b" providerId="LiveId" clId="{E77B627B-1F43-41A9-9F24-D4BB31BF6050}" dt="2026-09-22T08:03:50.108" v="8" actId="20577"/>
          <ac:spMkLst>
            <pc:docMk/>
            <pc:sldMk cId="1723918427" sldId="427"/>
            <ac:spMk id="2" creationId="{684B64B5-85B3-E815-0704-39A8BA721BC5}"/>
          </ac:spMkLst>
        </pc:spChg>
        <pc:spChg chg="mod">
          <ac:chgData name="Uwe Ricken" userId="f02567aecbed924b" providerId="LiveId" clId="{E77B627B-1F43-41A9-9F24-D4BB31BF6050}" dt="2026-09-22T08:04:07.308" v="9" actId="207"/>
          <ac:spMkLst>
            <pc:docMk/>
            <pc:sldMk cId="1723918427" sldId="427"/>
            <ac:spMk id="3" creationId="{90BAB31C-C8AA-AC67-0046-C0E3144819CF}"/>
          </ac:spMkLst>
        </pc:spChg>
      </pc:sldChg>
      <pc:sldChg chg="modSp add mod">
        <pc:chgData name="Uwe Ricken" userId="f02567aecbed924b" providerId="LiveId" clId="{E77B627B-1F43-41A9-9F24-D4BB31BF6050}" dt="2026-09-23T06:42:06.358" v="83" actId="20577"/>
        <pc:sldMkLst>
          <pc:docMk/>
          <pc:sldMk cId="79180180" sldId="453"/>
        </pc:sldMkLst>
        <pc:spChg chg="mod">
          <ac:chgData name="Uwe Ricken" userId="f02567aecbed924b" providerId="LiveId" clId="{E77B627B-1F43-41A9-9F24-D4BB31BF6050}" dt="2026-09-23T06:42:06.358" v="83" actId="20577"/>
          <ac:spMkLst>
            <pc:docMk/>
            <pc:sldMk cId="79180180" sldId="453"/>
            <ac:spMk id="6" creationId="{8668E183-D5F2-A8B2-64E9-68CD09B5BE12}"/>
          </ac:spMkLst>
        </pc:spChg>
      </pc:sldChg>
      <pc:sldChg chg="modSp add mod modAnim">
        <pc:chgData name="Uwe Ricken" userId="f02567aecbed924b" providerId="LiveId" clId="{E77B627B-1F43-41A9-9F24-D4BB31BF6050}" dt="2026-09-23T06:52:04.820" v="102"/>
        <pc:sldMkLst>
          <pc:docMk/>
          <pc:sldMk cId="3354854284" sldId="454"/>
        </pc:sldMkLst>
        <pc:spChg chg="mod">
          <ac:chgData name="Uwe Ricken" userId="f02567aecbed924b" providerId="LiveId" clId="{E77B627B-1F43-41A9-9F24-D4BB31BF6050}" dt="2026-09-23T06:49:50.164" v="99" actId="20577"/>
          <ac:spMkLst>
            <pc:docMk/>
            <pc:sldMk cId="3354854284" sldId="454"/>
            <ac:spMk id="2" creationId="{4C6AE296-1732-8B96-7BE7-7065CEE08E0C}"/>
          </ac:spMkLst>
        </pc:spChg>
        <pc:spChg chg="mod">
          <ac:chgData name="Uwe Ricken" userId="f02567aecbed924b" providerId="LiveId" clId="{E77B627B-1F43-41A9-9F24-D4BB31BF6050}" dt="2026-09-23T06:51:35.816" v="100"/>
          <ac:spMkLst>
            <pc:docMk/>
            <pc:sldMk cId="3354854284" sldId="454"/>
            <ac:spMk id="3" creationId="{FBF5F127-252A-F909-7F3D-6A2EB1A9170F}"/>
          </ac:spMkLst>
        </pc:spChg>
      </pc:sldChg>
      <pc:sldChg chg="addSp delSp modSp new mod modClrScheme chgLayout">
        <pc:chgData name="Uwe Ricken" userId="f02567aecbed924b" providerId="LiveId" clId="{E77B627B-1F43-41A9-9F24-D4BB31BF6050}" dt="2026-09-23T06:58:39.182" v="378" actId="179"/>
        <pc:sldMkLst>
          <pc:docMk/>
          <pc:sldMk cId="55570149" sldId="455"/>
        </pc:sldMkLst>
        <pc:spChg chg="del mod ord">
          <ac:chgData name="Uwe Ricken" userId="f02567aecbed924b" providerId="LiveId" clId="{E77B627B-1F43-41A9-9F24-D4BB31BF6050}" dt="2026-09-23T06:54:30.925" v="111" actId="700"/>
          <ac:spMkLst>
            <pc:docMk/>
            <pc:sldMk cId="55570149" sldId="455"/>
            <ac:spMk id="2" creationId="{EBA3A565-3A49-C1A4-8225-08B7ADEFC28A}"/>
          </ac:spMkLst>
        </pc:spChg>
        <pc:spChg chg="del mod ord">
          <ac:chgData name="Uwe Ricken" userId="f02567aecbed924b" providerId="LiveId" clId="{E77B627B-1F43-41A9-9F24-D4BB31BF6050}" dt="2026-09-23T06:54:30.925" v="111" actId="700"/>
          <ac:spMkLst>
            <pc:docMk/>
            <pc:sldMk cId="55570149" sldId="455"/>
            <ac:spMk id="3" creationId="{2A99892F-BF73-1484-4CB3-863BD3383381}"/>
          </ac:spMkLst>
        </pc:spChg>
        <pc:spChg chg="add mod ord">
          <ac:chgData name="Uwe Ricken" userId="f02567aecbed924b" providerId="LiveId" clId="{E77B627B-1F43-41A9-9F24-D4BB31BF6050}" dt="2026-09-23T06:54:30.925" v="111" actId="700"/>
          <ac:spMkLst>
            <pc:docMk/>
            <pc:sldMk cId="55570149" sldId="455"/>
            <ac:spMk id="4" creationId="{89031759-6726-F0FB-9357-9C904AFC8C27}"/>
          </ac:spMkLst>
        </pc:spChg>
        <pc:spChg chg="add mod ord">
          <ac:chgData name="Uwe Ricken" userId="f02567aecbed924b" providerId="LiveId" clId="{E77B627B-1F43-41A9-9F24-D4BB31BF6050}" dt="2026-09-23T06:56:36.895" v="234" actId="207"/>
          <ac:spMkLst>
            <pc:docMk/>
            <pc:sldMk cId="55570149" sldId="455"/>
            <ac:spMk id="5" creationId="{83C5AB83-5D18-9E25-2D7D-C06848116CA9}"/>
          </ac:spMkLst>
        </pc:spChg>
        <pc:spChg chg="add mod ord">
          <ac:chgData name="Uwe Ricken" userId="f02567aecbed924b" providerId="LiveId" clId="{E77B627B-1F43-41A9-9F24-D4BB31BF6050}" dt="2026-09-23T06:58:39.182" v="378" actId="179"/>
          <ac:spMkLst>
            <pc:docMk/>
            <pc:sldMk cId="55570149" sldId="455"/>
            <ac:spMk id="6" creationId="{763B7534-CAF2-78F4-A36D-F187DB7521C8}"/>
          </ac:spMkLst>
        </pc:spChg>
      </pc:sldChg>
      <pc:sldChg chg="modSp add">
        <pc:chgData name="Uwe Ricken" userId="f02567aecbed924b" providerId="LiveId" clId="{E77B627B-1F43-41A9-9F24-D4BB31BF6050}" dt="2026-09-24T17:24:02.728" v="442"/>
        <pc:sldMkLst>
          <pc:docMk/>
          <pc:sldMk cId="3474453830" sldId="456"/>
        </pc:sldMkLst>
        <pc:spChg chg="mod">
          <ac:chgData name="Uwe Ricken" userId="f02567aecbed924b" providerId="LiveId" clId="{E77B627B-1F43-41A9-9F24-D4BB31BF6050}" dt="2026-09-24T17:24:02.728" v="442"/>
          <ac:spMkLst>
            <pc:docMk/>
            <pc:sldMk cId="3474453830" sldId="456"/>
            <ac:spMk id="6" creationId="{DB252979-0356-8D5B-7444-6CC6D5507A8D}"/>
          </ac:spMkLst>
        </pc:spChg>
      </pc:sldChg>
    </pc:docChg>
  </pc:docChgLst>
  <pc:docChgLst>
    <pc:chgData name="Uwe Ricken" userId="f02567aecbed924b" providerId="LiveId" clId="{ADCDFE78-46AB-4DFC-8723-F56C4DA88176}"/>
    <pc:docChg chg="undo custSel addSld delSld modSld sldOrd">
      <pc:chgData name="Uwe Ricken" userId="f02567aecbed924b" providerId="LiveId" clId="{ADCDFE78-46AB-4DFC-8723-F56C4DA88176}" dt="2026-09-04T06:52:41.312" v="1145" actId="790"/>
      <pc:docMkLst>
        <pc:docMk/>
      </pc:docMkLst>
      <pc:sldChg chg="addSp delSp modSp add mod modClrScheme chgLayout">
        <pc:chgData name="Uwe Ricken" userId="f02567aecbed924b" providerId="LiveId" clId="{ADCDFE78-46AB-4DFC-8723-F56C4DA88176}" dt="2026-09-04T06:52:41.312" v="1145" actId="790"/>
        <pc:sldMkLst>
          <pc:docMk/>
          <pc:sldMk cId="3583500562" sldId="265"/>
        </pc:sldMkLst>
        <pc:spChg chg="mod ord">
          <ac:chgData name="Uwe Ricken" userId="f02567aecbed924b" providerId="LiveId" clId="{ADCDFE78-46AB-4DFC-8723-F56C4DA88176}" dt="2026-09-04T06:52:41.312" v="1145" actId="790"/>
          <ac:spMkLst>
            <pc:docMk/>
            <pc:sldMk cId="3583500562" sldId="265"/>
            <ac:spMk id="2" creationId="{00000000-0000-0000-0000-000000000000}"/>
          </ac:spMkLst>
        </pc:spChg>
        <pc:spChg chg="mod ord">
          <ac:chgData name="Uwe Ricken" userId="f02567aecbed924b" providerId="LiveId" clId="{ADCDFE78-46AB-4DFC-8723-F56C4DA88176}" dt="2026-09-04T06:52:41.312" v="1145" actId="790"/>
          <ac:spMkLst>
            <pc:docMk/>
            <pc:sldMk cId="3583500562" sldId="265"/>
            <ac:spMk id="3" creationId="{00000000-0000-0000-0000-000000000000}"/>
          </ac:spMkLst>
        </pc:spChg>
        <pc:spChg chg="add mod ord">
          <ac:chgData name="Uwe Ricken" userId="f02567aecbed924b" providerId="LiveId" clId="{ADCDFE78-46AB-4DFC-8723-F56C4DA88176}" dt="2026-09-04T06:52:41.312" v="1145" actId="790"/>
          <ac:spMkLst>
            <pc:docMk/>
            <pc:sldMk cId="3583500562" sldId="265"/>
            <ac:spMk id="4" creationId="{4E3E1A19-00D4-9AAB-DD03-3814B8F0D3A2}"/>
          </ac:spMkLst>
        </pc:spChg>
      </pc:sldChg>
      <pc:sldChg chg="add">
        <pc:chgData name="Uwe Ricken" userId="f02567aecbed924b" providerId="LiveId" clId="{ADCDFE78-46AB-4DFC-8723-F56C4DA88176}" dt="2026-09-04T06:45:50.941" v="949"/>
        <pc:sldMkLst>
          <pc:docMk/>
          <pc:sldMk cId="766496067" sldId="267"/>
        </pc:sldMkLst>
      </pc:sldChg>
      <pc:sldChg chg="modSp mod ord modShow">
        <pc:chgData name="Uwe Ricken" userId="f02567aecbed924b" providerId="LiveId" clId="{ADCDFE78-46AB-4DFC-8723-F56C4DA88176}" dt="2026-09-04T04:18:43.872" v="295" actId="20577"/>
        <pc:sldMkLst>
          <pc:docMk/>
          <pc:sldMk cId="1723918427" sldId="427"/>
        </pc:sldMkLst>
        <pc:spChg chg="mod">
          <ac:chgData name="Uwe Ricken" userId="f02567aecbed924b" providerId="LiveId" clId="{ADCDFE78-46AB-4DFC-8723-F56C4DA88176}" dt="2026-09-04T04:18:43.872" v="295" actId="20577"/>
          <ac:spMkLst>
            <pc:docMk/>
            <pc:sldMk cId="1723918427" sldId="427"/>
            <ac:spMk id="2" creationId="{684B64B5-85B3-E815-0704-39A8BA721BC5}"/>
          </ac:spMkLst>
        </pc:spChg>
      </pc:sldChg>
      <pc:sldChg chg="delSp modSp add mod">
        <pc:chgData name="Uwe Ricken" userId="f02567aecbed924b" providerId="LiveId" clId="{ADCDFE78-46AB-4DFC-8723-F56C4DA88176}" dt="2026-09-04T03:33:35.713" v="46" actId="20577"/>
        <pc:sldMkLst>
          <pc:docMk/>
          <pc:sldMk cId="4272028020" sldId="428"/>
        </pc:sldMkLst>
        <pc:spChg chg="mod">
          <ac:chgData name="Uwe Ricken" userId="f02567aecbed924b" providerId="LiveId" clId="{ADCDFE78-46AB-4DFC-8723-F56C4DA88176}" dt="2026-09-04T03:33:28.062" v="44" actId="790"/>
          <ac:spMkLst>
            <pc:docMk/>
            <pc:sldMk cId="4272028020" sldId="428"/>
            <ac:spMk id="2" creationId="{2CF98760-9CAE-26AD-A570-3D6781D6DDA0}"/>
          </ac:spMkLst>
        </pc:spChg>
        <pc:spChg chg="mod">
          <ac:chgData name="Uwe Ricken" userId="f02567aecbed924b" providerId="LiveId" clId="{ADCDFE78-46AB-4DFC-8723-F56C4DA88176}" dt="2026-09-04T03:33:35.713" v="46" actId="20577"/>
          <ac:spMkLst>
            <pc:docMk/>
            <pc:sldMk cId="4272028020" sldId="428"/>
            <ac:spMk id="3" creationId="{8708206E-6D6D-BBFF-B7BB-7ACD9D222499}"/>
          </ac:spMkLst>
        </pc:spChg>
      </pc:sldChg>
      <pc:sldChg chg="modSp add mod">
        <pc:chgData name="Uwe Ricken" userId="f02567aecbed924b" providerId="LiveId" clId="{ADCDFE78-46AB-4DFC-8723-F56C4DA88176}" dt="2026-09-04T03:51:55.270" v="163" actId="790"/>
        <pc:sldMkLst>
          <pc:docMk/>
          <pc:sldMk cId="586782314" sldId="439"/>
        </pc:sldMkLst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2" creationId="{5118546A-68F4-0997-EB9B-EAB0B3C8B97E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6" creationId="{B3F68817-F07B-78BD-E4F8-D1D84D66E145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7" creationId="{2165EDF6-3E55-2F99-045D-499E9CCEA74E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9" creationId="{0CBC5113-2680-A6A2-F23F-E3665CDB7482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10" creationId="{50908476-80C9-5A00-59EB-78E5B24399B8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12" creationId="{46E2E933-DA56-30DE-1073-212E6E3C2B18}"/>
          </ac:spMkLst>
        </pc:spChg>
        <pc:spChg chg="mod">
          <ac:chgData name="Uwe Ricken" userId="f02567aecbed924b" providerId="LiveId" clId="{ADCDFE78-46AB-4DFC-8723-F56C4DA88176}" dt="2026-09-04T03:51:55.270" v="163" actId="790"/>
          <ac:spMkLst>
            <pc:docMk/>
            <pc:sldMk cId="586782314" sldId="439"/>
            <ac:spMk id="15" creationId="{7DEA002E-D9B3-BE67-C07D-2E458A0DE66A}"/>
          </ac:spMkLst>
        </pc:spChg>
      </pc:sldChg>
      <pc:sldChg chg="add del">
        <pc:chgData name="Uwe Ricken" userId="f02567aecbed924b" providerId="LiveId" clId="{ADCDFE78-46AB-4DFC-8723-F56C4DA88176}" dt="2026-09-04T03:36:01.563" v="50" actId="47"/>
        <pc:sldMkLst>
          <pc:docMk/>
          <pc:sldMk cId="1792107071" sldId="440"/>
        </pc:sldMkLst>
      </pc:sldChg>
      <pc:sldChg chg="add">
        <pc:chgData name="Uwe Ricken" userId="f02567aecbed924b" providerId="LiveId" clId="{ADCDFE78-46AB-4DFC-8723-F56C4DA88176}" dt="2026-09-04T03:34:45.550" v="47"/>
        <pc:sldMkLst>
          <pc:docMk/>
          <pc:sldMk cId="1261488434" sldId="443"/>
        </pc:sldMkLst>
      </pc:sldChg>
      <pc:sldChg chg="add">
        <pc:chgData name="Uwe Ricken" userId="f02567aecbed924b" providerId="LiveId" clId="{ADCDFE78-46AB-4DFC-8723-F56C4DA88176}" dt="2026-09-04T03:34:45.550" v="47"/>
        <pc:sldMkLst>
          <pc:docMk/>
          <pc:sldMk cId="724504868" sldId="444"/>
        </pc:sldMkLst>
      </pc:sldChg>
      <pc:sldChg chg="add">
        <pc:chgData name="Uwe Ricken" userId="f02567aecbed924b" providerId="LiveId" clId="{ADCDFE78-46AB-4DFC-8723-F56C4DA88176}" dt="2026-09-04T03:34:45.550" v="47"/>
        <pc:sldMkLst>
          <pc:docMk/>
          <pc:sldMk cId="1321540184" sldId="446"/>
        </pc:sldMkLst>
      </pc:sldChg>
      <pc:sldChg chg="add">
        <pc:chgData name="Uwe Ricken" userId="f02567aecbed924b" providerId="LiveId" clId="{ADCDFE78-46AB-4DFC-8723-F56C4DA88176}" dt="2026-09-04T03:34:45.550" v="47"/>
        <pc:sldMkLst>
          <pc:docMk/>
          <pc:sldMk cId="2630471571" sldId="447"/>
        </pc:sldMkLst>
      </pc:sldChg>
      <pc:sldChg chg="modSp add mod">
        <pc:chgData name="Uwe Ricken" userId="f02567aecbed924b" providerId="LiveId" clId="{ADCDFE78-46AB-4DFC-8723-F56C4DA88176}" dt="2026-09-04T03:51:42.175" v="162" actId="790"/>
        <pc:sldMkLst>
          <pc:docMk/>
          <pc:sldMk cId="2170550589" sldId="449"/>
        </pc:sldMkLst>
        <pc:spChg chg="mod">
          <ac:chgData name="Uwe Ricken" userId="f02567aecbed924b" providerId="LiveId" clId="{ADCDFE78-46AB-4DFC-8723-F56C4DA88176}" dt="2026-09-04T03:51:42.175" v="162" actId="790"/>
          <ac:spMkLst>
            <pc:docMk/>
            <pc:sldMk cId="2170550589" sldId="449"/>
            <ac:spMk id="2" creationId="{31B98E8F-337F-0E09-1460-3CF42A2A837D}"/>
          </ac:spMkLst>
        </pc:spChg>
        <pc:spChg chg="mod">
          <ac:chgData name="Uwe Ricken" userId="f02567aecbed924b" providerId="LiveId" clId="{ADCDFE78-46AB-4DFC-8723-F56C4DA88176}" dt="2026-09-04T03:51:42.175" v="162" actId="790"/>
          <ac:spMkLst>
            <pc:docMk/>
            <pc:sldMk cId="2170550589" sldId="449"/>
            <ac:spMk id="3" creationId="{2AEB3CFC-FE4D-CB10-A11F-92878323652A}"/>
          </ac:spMkLst>
        </pc:spChg>
      </pc:sldChg>
      <pc:sldChg chg="addSp delSp modSp new mod modClrScheme modAnim chgLayout">
        <pc:chgData name="Uwe Ricken" userId="f02567aecbed924b" providerId="LiveId" clId="{ADCDFE78-46AB-4DFC-8723-F56C4DA88176}" dt="2026-09-04T04:00:01.703" v="291"/>
        <pc:sldMkLst>
          <pc:docMk/>
          <pc:sldMk cId="483515026" sldId="450"/>
        </pc:sldMkLst>
        <pc:spChg chg="mod ord">
          <ac:chgData name="Uwe Ricken" userId="f02567aecbed924b" providerId="LiveId" clId="{ADCDFE78-46AB-4DFC-8723-F56C4DA88176}" dt="2026-09-04T03:59:36.628" v="290" actId="790"/>
          <ac:spMkLst>
            <pc:docMk/>
            <pc:sldMk cId="483515026" sldId="450"/>
            <ac:spMk id="2" creationId="{86CED106-DC8A-2F3B-42EE-F176C669A44C}"/>
          </ac:spMkLst>
        </pc:spChg>
        <pc:spChg chg="add mod ord">
          <ac:chgData name="Uwe Ricken" userId="f02567aecbed924b" providerId="LiveId" clId="{ADCDFE78-46AB-4DFC-8723-F56C4DA88176}" dt="2026-09-04T03:59:36.628" v="290" actId="790"/>
          <ac:spMkLst>
            <pc:docMk/>
            <pc:sldMk cId="483515026" sldId="450"/>
            <ac:spMk id="5" creationId="{37499CFD-98E6-07B7-8C9E-BF2C14BFD145}"/>
          </ac:spMkLst>
        </pc:spChg>
        <pc:picChg chg="add mod ord">
          <ac:chgData name="Uwe Ricken" userId="f02567aecbed924b" providerId="LiveId" clId="{ADCDFE78-46AB-4DFC-8723-F56C4DA88176}" dt="2026-09-04T03:53:48.343" v="183" actId="22"/>
          <ac:picMkLst>
            <pc:docMk/>
            <pc:sldMk cId="483515026" sldId="450"/>
            <ac:picMk id="7" creationId="{DEE4F916-CB34-0EB6-1E57-FA18399F7925}"/>
          </ac:picMkLst>
        </pc:picChg>
        <pc:picChg chg="add mod">
          <ac:chgData name="Uwe Ricken" userId="f02567aecbed924b" providerId="LiveId" clId="{ADCDFE78-46AB-4DFC-8723-F56C4DA88176}" dt="2026-09-04T03:56:24.530" v="188" actId="1582"/>
          <ac:picMkLst>
            <pc:docMk/>
            <pc:sldMk cId="483515026" sldId="450"/>
            <ac:picMk id="9" creationId="{A7285931-58EA-3972-ECDB-69059EB05F76}"/>
          </ac:picMkLst>
        </pc:picChg>
      </pc:sldChg>
      <pc:sldChg chg="addSp delSp modSp new mod modClrScheme chgLayout">
        <pc:chgData name="Uwe Ricken" userId="f02567aecbed924b" providerId="LiveId" clId="{ADCDFE78-46AB-4DFC-8723-F56C4DA88176}" dt="2026-09-04T05:57:16.069" v="627" actId="20577"/>
        <pc:sldMkLst>
          <pc:docMk/>
          <pc:sldMk cId="2159323599" sldId="451"/>
        </pc:sldMkLst>
        <pc:spChg chg="add mod ord">
          <ac:chgData name="Uwe Ricken" userId="f02567aecbed924b" providerId="LiveId" clId="{ADCDFE78-46AB-4DFC-8723-F56C4DA88176}" dt="2026-09-04T04:21:53.025" v="536" actId="700"/>
          <ac:spMkLst>
            <pc:docMk/>
            <pc:sldMk cId="2159323599" sldId="451"/>
            <ac:spMk id="5" creationId="{F95A5C6F-59A1-79F5-FD34-C2B4C18D723D}"/>
          </ac:spMkLst>
        </pc:spChg>
        <pc:spChg chg="add mod ord">
          <ac:chgData name="Uwe Ricken" userId="f02567aecbed924b" providerId="LiveId" clId="{ADCDFE78-46AB-4DFC-8723-F56C4DA88176}" dt="2026-09-04T04:24:07.184" v="617" actId="20577"/>
          <ac:spMkLst>
            <pc:docMk/>
            <pc:sldMk cId="2159323599" sldId="451"/>
            <ac:spMk id="6" creationId="{AE78492F-4A4B-B20A-E607-E98564D67301}"/>
          </ac:spMkLst>
        </pc:spChg>
        <pc:spChg chg="add mod ord">
          <ac:chgData name="Uwe Ricken" userId="f02567aecbed924b" providerId="LiveId" clId="{ADCDFE78-46AB-4DFC-8723-F56C4DA88176}" dt="2026-09-04T05:57:16.069" v="627" actId="20577"/>
          <ac:spMkLst>
            <pc:docMk/>
            <pc:sldMk cId="2159323599" sldId="451"/>
            <ac:spMk id="7" creationId="{D28FD8A4-1016-E679-A8E2-B4924706398C}"/>
          </ac:spMkLst>
        </pc:spChg>
      </pc:sldChg>
      <pc:sldChg chg="addSp delSp modSp new mod addAnim delAnim modAnim">
        <pc:chgData name="Uwe Ricken" userId="f02567aecbed924b" providerId="LiveId" clId="{ADCDFE78-46AB-4DFC-8723-F56C4DA88176}" dt="2026-09-04T06:37:53.422" v="878"/>
        <pc:sldMkLst>
          <pc:docMk/>
          <pc:sldMk cId="1324504645" sldId="452"/>
        </pc:sldMkLst>
        <pc:spChg chg="mod">
          <ac:chgData name="Uwe Ricken" userId="f02567aecbed924b" providerId="LiveId" clId="{ADCDFE78-46AB-4DFC-8723-F56C4DA88176}" dt="2026-09-04T05:58:06.027" v="656" actId="20577"/>
          <ac:spMkLst>
            <pc:docMk/>
            <pc:sldMk cId="1324504645" sldId="452"/>
            <ac:spMk id="2" creationId="{DD6409B4-8AAE-E12E-F441-DB44B2B2EE82}"/>
          </ac:spMkLst>
        </pc:spChg>
        <pc:spChg chg="mod">
          <ac:chgData name="Uwe Ricken" userId="f02567aecbed924b" providerId="LiveId" clId="{ADCDFE78-46AB-4DFC-8723-F56C4DA88176}" dt="2026-09-04T06:00:45.751" v="857" actId="20577"/>
          <ac:spMkLst>
            <pc:docMk/>
            <pc:sldMk cId="1324504645" sldId="452"/>
            <ac:spMk id="3" creationId="{7700B0E9-5A46-85AF-C209-1BDCF35B4A37}"/>
          </ac:spMkLst>
        </pc:spChg>
        <pc:picChg chg="add mod">
          <ac:chgData name="Uwe Ricken" userId="f02567aecbed924b" providerId="LiveId" clId="{ADCDFE78-46AB-4DFC-8723-F56C4DA88176}" dt="2026-09-04T06:37:20.860" v="874" actId="962"/>
          <ac:picMkLst>
            <pc:docMk/>
            <pc:sldMk cId="1324504645" sldId="452"/>
            <ac:picMk id="6" creationId="{8D6BBEC3-F3AE-7A88-3D5B-85987A0F910B}"/>
          </ac:picMkLst>
        </pc:picChg>
        <pc:picChg chg="add mod">
          <ac:chgData name="Uwe Ricken" userId="f02567aecbed924b" providerId="LiveId" clId="{ADCDFE78-46AB-4DFC-8723-F56C4DA88176}" dt="2026-09-04T06:37:29.073" v="875" actId="962"/>
          <ac:picMkLst>
            <pc:docMk/>
            <pc:sldMk cId="1324504645" sldId="452"/>
            <ac:picMk id="7" creationId="{7D052FBA-CE81-EA1E-888A-AD0BA3DEFD3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95F6E2-816D-EA6A-5DEA-40D76F1BD4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772916-3EAE-B9EC-60EA-921EFA711C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BF07A-ED4C-4AF9-AE1D-92DA2A77E055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6A97A4-A61F-8813-DE61-CB30C96B68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987BBE-EA5A-0658-2230-8B45339B9D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1003D-A7A4-4B78-8434-F81A4CB87921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46490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63C78-F46A-42B2-BCDE-B4D920D39058}" type="datetimeFigureOut">
              <a:rPr lang="de-DE" smtClean="0"/>
              <a:t>24.09.2026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5F965-EADC-41B6-9D17-C184A12BE1F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044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F98B-DCFC-47FF-B222-63D8297F3274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4165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327E8-CC64-6B47-4C70-06A4E97B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2517C9B-C16C-F1B8-5498-FAC0D2DE2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B29DA42-708B-9B49-5FC5-18E9E34A8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9357AB-2A28-E0B9-C953-7A2892DDF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F98B-DCFC-47FF-B222-63D8297F3274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8206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step toward a new house is finding the right partner to create the construction plans.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66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8564-806D-0C7C-7059-9D3FB3D4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3E5E07A-B4B3-222D-B167-033BDA295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DDF6E69-0E12-E575-9935-9E5DEBDA9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step toward a new house is finding the right partner to create the construction plans.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FC5674-9E92-B7A8-135D-911A43619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4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84C3-B6C9-EE7F-6C85-C6353C29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0EEAAF-0C37-F168-3F3A-374905EC0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D2BA9BF-7984-84E2-5C27-3F1CC644D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8CD735-0740-5D34-D48D-9561AF11A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52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FB79F-A7A0-0E8E-5ED3-79ABB7F3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74A5376-1900-73F7-1698-08973A965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633536-B468-0C39-A27B-6DB304395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regularly assesses the architect's skills and sends him to seminars to learn new technologies.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56271B-6045-40D8-F587-474AAF700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54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1312-1CDB-5655-E97A-1F269E143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A05A6A1-E254-27EB-1D1F-73BAFAC98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9127114-8AD9-9113-31D5-4199A1444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example of a cost assessment:</a:t>
            </a:r>
          </a:p>
          <a:p>
            <a:r>
              <a:rPr lang="en-US" dirty="0"/>
              <a:t>The architect must factor in the cost of excavating the construction pit!</a:t>
            </a:r>
          </a:p>
          <a:p>
            <a:r>
              <a:rPr lang="en-US" dirty="0"/>
              <a:t>Should he employ five workers to dig the pit by hand?</a:t>
            </a:r>
          </a:p>
          <a:p>
            <a:r>
              <a:rPr lang="en-US" dirty="0"/>
              <a:t>Or should he use an excavator to dig it?</a:t>
            </a:r>
          </a:p>
          <a:p>
            <a:endParaRPr lang="en-US" dirty="0"/>
          </a:p>
          <a:p>
            <a:r>
              <a:rPr lang="en-US" dirty="0"/>
              <a:t>The architect will calculate the costs for both options and then choose the most cost-effective solution!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BF9360-F701-3C6F-F934-5F3E503D0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0E13A-AC4F-425F-B44F-08260CBC45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062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F01CD-248C-2DA7-6096-B4C013A5F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AD4F13-F64A-80DA-7188-A3407F93D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8AE3EE9-82CD-2960-8270-C62EC30B4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EDCD71-4D98-A047-F4B6-D996E848C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F98B-DCFC-47FF-B222-63D8297F3274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7465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03104-6277-83A1-2865-EEE3B8B4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472CE1-E082-34D0-82CF-0BB79F0BE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3BCA80D-A2D8-D83D-0D40-E6E28E7F1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147ECF-C9C3-4067-63D4-4217C4758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F98B-DCFC-47FF-B222-63D8297F3274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6663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 anchor="b">
            <a:normAutofit/>
          </a:bodyPr>
          <a:lstStyle>
            <a:lvl1pPr algn="ctr"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867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405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3" y="1665288"/>
            <a:ext cx="11522077" cy="4572000"/>
          </a:xfrm>
        </p:spPr>
        <p:txBody>
          <a:bodyPr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029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70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729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b Berater - Coding Ex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8066" y="1678742"/>
            <a:ext cx="6488975" cy="455854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ucida Console" panose="020B0609040504020204" pitchFamily="49" charset="0"/>
              </a:defRPr>
            </a:lvl1pPr>
            <a:lvl2pPr marL="457155" indent="0">
              <a:buNone/>
              <a:defRPr sz="1600">
                <a:latin typeface="Lucida Console" panose="020B0609040504020204" pitchFamily="49" charset="0"/>
              </a:defRPr>
            </a:lvl2pPr>
            <a:lvl3pPr marL="914308" indent="0">
              <a:buNone/>
              <a:defRPr sz="1600">
                <a:latin typeface="Lucida Console" panose="020B0609040504020204" pitchFamily="49" charset="0"/>
              </a:defRPr>
            </a:lvl3pPr>
            <a:lvl4pPr marL="1371462" indent="0">
              <a:buNone/>
              <a:defRPr sz="1600">
                <a:latin typeface="Lucida Console" panose="020B0609040504020204" pitchFamily="49" charset="0"/>
              </a:defRPr>
            </a:lvl4pPr>
            <a:lvl5pPr marL="1828618" indent="0">
              <a:buNone/>
              <a:defRPr sz="1600">
                <a:latin typeface="Lucida Console" panose="020B060904050402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>
            <a:lvl1pPr marL="228589" indent="-228589">
              <a:buFont typeface="Arial" panose="020B0604020202020204" pitchFamily="34" charset="0"/>
              <a:buChar char="•"/>
              <a:defRPr sz="1600"/>
            </a:lvl1pPr>
            <a:lvl2pPr marL="457143" indent="0">
              <a:buNone/>
              <a:defRPr sz="1467"/>
            </a:lvl2pPr>
            <a:lvl3pPr marL="914286" indent="0">
              <a:buNone/>
              <a:defRPr sz="1200"/>
            </a:lvl3pPr>
            <a:lvl4pPr marL="1371430" indent="0">
              <a:buNone/>
              <a:defRPr sz="1067"/>
            </a:lvl4pPr>
            <a:lvl5pPr marL="1828573" indent="0">
              <a:buNone/>
              <a:defRPr sz="1067"/>
            </a:lvl5pPr>
            <a:lvl6pPr marL="2285718" indent="0">
              <a:buNone/>
              <a:defRPr sz="1067"/>
            </a:lvl6pPr>
            <a:lvl7pPr marL="2742858" indent="0">
              <a:buNone/>
              <a:defRPr sz="1067"/>
            </a:lvl7pPr>
            <a:lvl8pPr marL="3200000" indent="0">
              <a:buNone/>
              <a:defRPr sz="1067"/>
            </a:lvl8pPr>
            <a:lvl9pPr marL="3657143" indent="0">
              <a:buNone/>
              <a:defRPr sz="1067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12C8F18-4741-03DA-3F19-FC0858FB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8156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15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db-berater.de/" TargetMode="Externa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54107" y="450852"/>
            <a:ext cx="9018492" cy="1102353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4107" y="1665290"/>
            <a:ext cx="11490063" cy="4571999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372600" y="450848"/>
            <a:ext cx="24715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0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en-US" sz="2400" b="1" noProof="0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en-US" sz="1000" b="1" noProof="0" dirty="0"/>
              <a:t>Planung – Installation</a:t>
            </a:r>
            <a:r>
              <a:rPr lang="en-US" sz="1000" b="1" baseline="0" noProof="0" dirty="0"/>
              <a:t> – Optimierung</a:t>
            </a:r>
            <a:br>
              <a:rPr lang="en-US" sz="1000" b="1" baseline="0" noProof="0" dirty="0"/>
            </a:br>
            <a:br>
              <a:rPr lang="en-US" sz="1000" b="1" baseline="0" noProof="0" dirty="0"/>
            </a:br>
            <a:endParaRPr lang="en-US" sz="1000" b="1" noProof="0" dirty="0"/>
          </a:p>
          <a:p>
            <a:pPr algn="r"/>
            <a:r>
              <a:rPr lang="en-US" sz="1000" b="1" noProof="0" dirty="0">
                <a:hlinkClick r:id="rId8"/>
              </a:rPr>
              <a:t>http://www.db-berater.de</a:t>
            </a:r>
            <a:endParaRPr lang="en-US" sz="1000" b="1" noProof="0" dirty="0"/>
          </a:p>
          <a:p>
            <a:pPr algn="r"/>
            <a:r>
              <a:rPr lang="en-US" sz="1000" b="1" noProof="0" dirty="0"/>
              <a:t>info@db-berater.de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E3090C9-CD56-60CA-9231-B8662A341995}"/>
              </a:ext>
            </a:extLst>
          </p:cNvPr>
          <p:cNvSpPr/>
          <p:nvPr/>
        </p:nvSpPr>
        <p:spPr>
          <a:xfrm>
            <a:off x="0" y="6309320"/>
            <a:ext cx="12192000" cy="54868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noProof="0" dirty="0"/>
          </a:p>
        </p:txBody>
      </p:sp>
      <p:sp>
        <p:nvSpPr>
          <p:cNvPr id="8" name="Textfeld 7"/>
          <p:cNvSpPr txBox="1"/>
          <p:nvPr/>
        </p:nvSpPr>
        <p:spPr>
          <a:xfrm>
            <a:off x="9648395" y="6429773"/>
            <a:ext cx="229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noProof="0" dirty="0">
                <a:solidFill>
                  <a:schemeClr val="bg1"/>
                </a:solidFill>
              </a:rPr>
              <a:t>© db</a:t>
            </a:r>
            <a:r>
              <a:rPr lang="en-US" sz="1200" b="1" baseline="0" noProof="0" dirty="0">
                <a:solidFill>
                  <a:schemeClr val="bg1"/>
                </a:solidFill>
              </a:rPr>
              <a:t> Berater GmbH (</a:t>
            </a:r>
            <a:fld id="{918F7804-3F46-47BC-B8F6-F601438D5C89}" type="datetimeyyyy">
              <a:rPr lang="en-US" sz="1200" b="1" baseline="0" noProof="0" smtClean="0">
                <a:solidFill>
                  <a:schemeClr val="bg1"/>
                </a:solidFill>
              </a:rPr>
              <a:t>2026</a:t>
            </a:fld>
            <a:r>
              <a:rPr lang="en-US" sz="1200" b="1" baseline="0" noProof="0" dirty="0">
                <a:solidFill>
                  <a:schemeClr val="bg1"/>
                </a:solidFill>
              </a:rPr>
              <a:t>)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90584" y="6429773"/>
            <a:ext cx="4845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2"/>
                </a:solidFill>
              </a:rPr>
              <a:t>Author</a:t>
            </a:r>
            <a:r>
              <a:rPr lang="en-US" sz="1200" b="1" noProof="0" dirty="0">
                <a:solidFill>
                  <a:schemeClr val="bg1"/>
                </a:solidFill>
              </a:rPr>
              <a:t>: Uwe Ricken (Data Platform MVP / MCM)</a:t>
            </a:r>
          </a:p>
        </p:txBody>
      </p:sp>
    </p:spTree>
    <p:extLst>
      <p:ext uri="{BB962C8B-B14F-4D97-AF65-F5344CB8AC3E}">
        <p14:creationId xmlns:p14="http://schemas.microsoft.com/office/powerpoint/2010/main" val="198317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90" r:id="rId6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228578" indent="-228578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73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5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  <p15:guide id="2" orient="horz" pos="278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5654" userDrawn="1">
          <p15:clr>
            <a:srgbClr val="F26B43"/>
          </p15:clr>
        </p15:guide>
        <p15:guide id="5" orient="horz" pos="9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-berater/Mastering-SQL-Server-Statistic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8.jpg"/><Relationship Id="rId2" Type="http://schemas.openxmlformats.org/officeDocument/2006/relationships/hyperlink" Target="http://www.db-berater.de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hyperlink" Target="https://bsky.app/profile/sqlbambi.bsky.social" TargetMode="External"/><Relationship Id="rId4" Type="http://schemas.openxmlformats.org/officeDocument/2006/relationships/hyperlink" Target="http://www.sqlmaster.de/" TargetMode="External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qlchallenges.de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sqlchallenge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ola.hallengren.com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-berater/Improve-your-Skills-as-a-SQL-Server-DBA" TargetMode="External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Mastering SQL Server Statistics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Uwe Ricken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337072" y="4389107"/>
            <a:ext cx="11325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rgbClr val="165364"/>
                </a:solidFill>
                <a:latin typeface="verdana" panose="020B0604030504040204" pitchFamily="34" charset="0"/>
                <a:hlinkClick r:id="rId3"/>
              </a:rPr>
              <a:t>https://github.com/db-berater/Mastering-SQL-Server-Statistics</a:t>
            </a:r>
            <a:endParaRPr lang="de-DE" b="1" dirty="0">
              <a:solidFill>
                <a:srgbClr val="165364"/>
              </a:solidFill>
              <a:latin typeface="verdana" panose="020B0604030504040204" pitchFamily="34" charset="0"/>
            </a:endParaRPr>
          </a:p>
          <a:p>
            <a:pPr algn="ctr"/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406771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a 4">
            <a:extLst>
              <a:ext uri="{FF2B5EF4-FFF2-40B4-BE49-F238E27FC236}">
                <a16:creationId xmlns:a16="http://schemas.microsoft.com/office/drawing/2014/main" id="{FC87DFA0-2F98-EEF0-B21C-C94C44FEEF3B}"/>
              </a:ext>
            </a:extLst>
          </p:cNvPr>
          <p:cNvGrpSpPr/>
          <p:nvPr/>
        </p:nvGrpSpPr>
        <p:grpSpPr>
          <a:xfrm>
            <a:off x="685800" y="431800"/>
            <a:ext cx="10820400" cy="5765800"/>
            <a:chOff x="685800" y="431800"/>
            <a:chExt cx="10820400" cy="5765800"/>
          </a:xfrm>
        </p:grpSpPr>
        <p:sp>
          <p:nvSpPr>
            <p:cNvPr id="4" name="Section Divider Bottom">
              <a:extLst>
                <a:ext uri="{FF2B5EF4-FFF2-40B4-BE49-F238E27FC236}">
                  <a16:creationId xmlns:a16="http://schemas.microsoft.com/office/drawing/2014/main" id="{DCB3FAE7-7D92-4287-86AB-3689210E72FA}"/>
                </a:ext>
              </a:extLst>
            </p:cNvPr>
            <p:cNvSpPr/>
            <p:nvPr/>
          </p:nvSpPr>
          <p:spPr>
            <a:xfrm>
              <a:off x="685800" y="4800600"/>
              <a:ext cx="10820400" cy="12700"/>
            </a:xfrm>
            <a:prstGeom prst="rect">
              <a:avLst/>
            </a:prstGeom>
            <a:solidFill>
              <a:srgbClr val="D9E1E8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l-PL"/>
            </a:p>
          </p:txBody>
        </p:sp>
        <p:sp>
          <p:nvSpPr>
            <p:cNvPr id="2" name="Section Divider Top">
              <a:extLst>
                <a:ext uri="{FF2B5EF4-FFF2-40B4-BE49-F238E27FC236}">
                  <a16:creationId xmlns:a16="http://schemas.microsoft.com/office/drawing/2014/main" id="{592FA4A1-93D3-412C-B122-CF831C6CF17B}"/>
                </a:ext>
              </a:extLst>
            </p:cNvPr>
            <p:cNvSpPr/>
            <p:nvPr/>
          </p:nvSpPr>
          <p:spPr>
            <a:xfrm>
              <a:off x="685800" y="2768600"/>
              <a:ext cx="10820400" cy="12700"/>
            </a:xfrm>
            <a:prstGeom prst="rect">
              <a:avLst/>
            </a:prstGeom>
            <a:solidFill>
              <a:srgbClr val="D9E1E8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l-PL"/>
            </a:p>
          </p:txBody>
        </p:sp>
        <p:pic>
          <p:nvPicPr>
            <p:cNvPr id="3" name="Obraz 2">
              <a:extLst>
                <a:ext uri="{FF2B5EF4-FFF2-40B4-BE49-F238E27FC236}">
                  <a16:creationId xmlns:a16="http://schemas.microsoft.com/office/drawing/2014/main" id="{0F081450-2AE8-22BD-F26B-2D78BE9B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2400" y="3632200"/>
              <a:ext cx="2895600" cy="850900"/>
            </a:xfrm>
            <a:prstGeom prst="rect">
              <a:avLst/>
            </a:prstGeom>
          </p:spPr>
        </p:pic>
        <p:pic>
          <p:nvPicPr>
            <p:cNvPr id="6" name="Obraz 5">
              <a:extLst>
                <a:ext uri="{FF2B5EF4-FFF2-40B4-BE49-F238E27FC236}">
                  <a16:creationId xmlns:a16="http://schemas.microsoft.com/office/drawing/2014/main" id="{1679883A-2046-D5DA-A2FE-9403DD516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3000" y="3733800"/>
              <a:ext cx="4445000" cy="622300"/>
            </a:xfrm>
            <a:prstGeom prst="rect">
              <a:avLst/>
            </a:prstGeom>
          </p:spPr>
        </p:pic>
        <p:pic>
          <p:nvPicPr>
            <p:cNvPr id="7" name="Obraz 6">
              <a:extLst>
                <a:ext uri="{FF2B5EF4-FFF2-40B4-BE49-F238E27FC236}">
                  <a16:creationId xmlns:a16="http://schemas.microsoft.com/office/drawing/2014/main" id="{98783738-BCDB-AF7F-3643-782099ED1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56000" y="5562600"/>
              <a:ext cx="2489200" cy="546100"/>
            </a:xfrm>
            <a:prstGeom prst="rect">
              <a:avLst/>
            </a:prstGeom>
          </p:spPr>
        </p:pic>
        <p:pic>
          <p:nvPicPr>
            <p:cNvPr id="8" name="Obraz 7">
              <a:extLst>
                <a:ext uri="{FF2B5EF4-FFF2-40B4-BE49-F238E27FC236}">
                  <a16:creationId xmlns:a16="http://schemas.microsoft.com/office/drawing/2014/main" id="{0336A083-A46B-5F16-AFA6-B584103A9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72400" y="5511800"/>
              <a:ext cx="1676400" cy="685800"/>
            </a:xfrm>
            <a:prstGeom prst="rect">
              <a:avLst/>
            </a:prstGeom>
          </p:spPr>
        </p:pic>
        <p:pic>
          <p:nvPicPr>
            <p:cNvPr id="10" name="Grafika 9">
              <a:extLst>
                <a:ext uri="{FF2B5EF4-FFF2-40B4-BE49-F238E27FC236}">
                  <a16:creationId xmlns:a16="http://schemas.microsoft.com/office/drawing/2014/main" id="{0A15739E-A208-5641-6A8C-B43E3944DB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48400" y="1562100"/>
              <a:ext cx="4267200" cy="889000"/>
            </a:xfrm>
            <a:prstGeom prst="rect">
              <a:avLst/>
            </a:prstGeom>
          </p:spPr>
        </p:pic>
        <p:pic>
          <p:nvPicPr>
            <p:cNvPr id="18" name="Grafika 17">
              <a:extLst>
                <a:ext uri="{FF2B5EF4-FFF2-40B4-BE49-F238E27FC236}">
                  <a16:creationId xmlns:a16="http://schemas.microsoft.com/office/drawing/2014/main" id="{9033AEB1-6B3E-B56A-2356-BF52653A82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68400" y="1625600"/>
              <a:ext cx="3149600" cy="838200"/>
            </a:xfrm>
            <a:prstGeom prst="rect">
              <a:avLst/>
            </a:prstGeom>
          </p:spPr>
        </p:pic>
        <p:sp>
          <p:nvSpPr>
            <p:cNvPr id="19" name="pole tekstowe 18">
              <a:extLst>
                <a:ext uri="{FF2B5EF4-FFF2-40B4-BE49-F238E27FC236}">
                  <a16:creationId xmlns:a16="http://schemas.microsoft.com/office/drawing/2014/main" id="{CA0E56EB-39C5-FECF-E463-ABDC264F1FCC}"/>
                </a:ext>
              </a:extLst>
            </p:cNvPr>
            <p:cNvSpPr txBox="1"/>
            <p:nvPr/>
          </p:nvSpPr>
          <p:spPr>
            <a:xfrm>
              <a:off x="685800" y="431800"/>
              <a:ext cx="6604000" cy="431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B2239"/>
                  </a:solidFill>
                  <a:latin typeface="Aptos Display"/>
                </a:rPr>
                <a:t>PARTNERS &amp; SPONSORS</a:t>
              </a:r>
            </a:p>
          </p:txBody>
        </p:sp>
        <p:sp>
          <p:nvSpPr>
            <p:cNvPr id="21" name="pole tekstowe 20">
              <a:extLst>
                <a:ext uri="{FF2B5EF4-FFF2-40B4-BE49-F238E27FC236}">
                  <a16:creationId xmlns:a16="http://schemas.microsoft.com/office/drawing/2014/main" id="{366A59E4-9424-DE13-C6DB-2DDB522FF43E}"/>
                </a:ext>
              </a:extLst>
            </p:cNvPr>
            <p:cNvSpPr txBox="1"/>
            <p:nvPr/>
          </p:nvSpPr>
          <p:spPr>
            <a:xfrm>
              <a:off x="685800" y="3073400"/>
              <a:ext cx="2286000" cy="228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100" b="1" dirty="0">
                  <a:solidFill>
                    <a:srgbClr val="E85D04"/>
                  </a:solidFill>
                  <a:latin typeface="Aptos"/>
                </a:rPr>
                <a:t>GOLD SPONSORS</a:t>
              </a:r>
            </a:p>
          </p:txBody>
        </p:sp>
        <p:sp>
          <p:nvSpPr>
            <p:cNvPr id="23" name="pole tekstowe 22">
              <a:extLst>
                <a:ext uri="{FF2B5EF4-FFF2-40B4-BE49-F238E27FC236}">
                  <a16:creationId xmlns:a16="http://schemas.microsoft.com/office/drawing/2014/main" id="{3377BE66-D5FE-8D9E-E9D6-DDD016F3E905}"/>
                </a:ext>
              </a:extLst>
            </p:cNvPr>
            <p:cNvSpPr txBox="1"/>
            <p:nvPr/>
          </p:nvSpPr>
          <p:spPr>
            <a:xfrm>
              <a:off x="685800" y="5105400"/>
              <a:ext cx="2286000" cy="228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100" b="1" dirty="0">
                  <a:solidFill>
                    <a:srgbClr val="E85D04"/>
                  </a:solidFill>
                  <a:latin typeface="Aptos"/>
                </a:rPr>
                <a:t>PATRONS</a:t>
              </a:r>
            </a:p>
          </p:txBody>
        </p:sp>
        <p:sp>
          <p:nvSpPr>
            <p:cNvPr id="24" name="Organizer Section Label">
              <a:extLst>
                <a:ext uri="{FF2B5EF4-FFF2-40B4-BE49-F238E27FC236}">
                  <a16:creationId xmlns:a16="http://schemas.microsoft.com/office/drawing/2014/main" id="{F647E6F6-5516-4F64-BDF0-880254706A14}"/>
                </a:ext>
              </a:extLst>
            </p:cNvPr>
            <p:cNvSpPr txBox="1"/>
            <p:nvPr/>
          </p:nvSpPr>
          <p:spPr>
            <a:xfrm>
              <a:off x="685800" y="1168400"/>
              <a:ext cx="2286000" cy="2286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l"/>
              <a:r>
                <a:rPr lang="pl-PL" sz="1100" b="1">
                  <a:solidFill>
                    <a:srgbClr val="E85D04"/>
                  </a:solidFill>
                  <a:latin typeface="Aptos"/>
                </a:rPr>
                <a:t>ORGANIZERS</a:t>
              </a:r>
            </a:p>
          </p:txBody>
        </p:sp>
        <p:sp>
          <p:nvSpPr>
            <p:cNvPr id="27" name="Title Accent">
              <a:extLst>
                <a:ext uri="{FF2B5EF4-FFF2-40B4-BE49-F238E27FC236}">
                  <a16:creationId xmlns:a16="http://schemas.microsoft.com/office/drawing/2014/main" id="{5B583DAD-45A3-43CC-91BA-989A34E7DC4F}"/>
                </a:ext>
              </a:extLst>
            </p:cNvPr>
            <p:cNvSpPr/>
            <p:nvPr/>
          </p:nvSpPr>
          <p:spPr>
            <a:xfrm>
              <a:off x="685800" y="939800"/>
              <a:ext cx="584200" cy="38100"/>
            </a:xfrm>
            <a:prstGeom prst="rect">
              <a:avLst/>
            </a:prstGeom>
            <a:solidFill>
              <a:srgbClr val="E85D04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929359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Uwe Ricken</a:t>
            </a:r>
            <a:br>
              <a:rPr lang="en-US" noProof="0" dirty="0"/>
            </a:br>
            <a:r>
              <a:rPr lang="en-US" sz="1800" b="0" noProof="0" dirty="0"/>
              <a:t>db </a:t>
            </a:r>
            <a:r>
              <a:rPr lang="en-US" sz="1800" b="0" noProof="0" dirty="0">
                <a:solidFill>
                  <a:schemeClr val="tx1"/>
                </a:solidFill>
              </a:rPr>
              <a:t>Berater GmbH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noProof="0" dirty="0"/>
              <a:t>I am working with IT-systems since early 1990's and with the main focus on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 </a:t>
            </a:r>
            <a:r>
              <a:rPr lang="en-US" sz="1400" noProof="0" dirty="0"/>
              <a:t>since version 6.0. I started with development of database applications in 1998 with a professional CRM-System based on Microsoft products (Microsoft Office and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</a:t>
            </a:r>
            <a:r>
              <a:rPr lang="en-US" sz="1400" noProof="0" dirty="0"/>
              <a:t>).</a:t>
            </a:r>
          </a:p>
          <a:p>
            <a:pPr marL="0" indent="0">
              <a:buNone/>
            </a:pPr>
            <a:br>
              <a:rPr lang="en-US" sz="1400" noProof="0" dirty="0"/>
            </a:br>
            <a:r>
              <a:rPr lang="en-US" sz="1400" noProof="0" dirty="0"/>
              <a:t>Since 2008 I'm focused exclusively on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</a:t>
            </a:r>
            <a:r>
              <a:rPr lang="en-US" sz="1400" noProof="0" dirty="0"/>
              <a:t> and working in 3rd level support teams for banks, insurances and global industries.</a:t>
            </a:r>
          </a:p>
          <a:p>
            <a:pPr marL="0" indent="0">
              <a:buNone/>
            </a:pPr>
            <a:endParaRPr lang="en-US" sz="1400" noProof="0" dirty="0"/>
          </a:p>
          <a:p>
            <a:pPr marL="0" indent="0">
              <a:buNone/>
            </a:pPr>
            <a:r>
              <a:rPr lang="en-US" sz="1400" noProof="0" dirty="0"/>
              <a:t>Since May 2013 I am a </a:t>
            </a:r>
            <a:r>
              <a:rPr lang="en-US" sz="1400" noProof="0" dirty="0">
                <a:solidFill>
                  <a:srgbClr val="FF0000"/>
                </a:solidFill>
              </a:rPr>
              <a:t>Microsoft Certified Master: SQL Server 2008 </a:t>
            </a:r>
            <a:r>
              <a:rPr lang="en-US" sz="1400" noProof="0" dirty="0"/>
              <a:t>which was an amazing way into the depth of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</a:t>
            </a:r>
            <a:r>
              <a:rPr lang="en-US" sz="1400" noProof="0" dirty="0"/>
              <a:t>.</a:t>
            </a:r>
          </a:p>
          <a:p>
            <a:pPr marL="0" indent="0">
              <a:buNone/>
            </a:pPr>
            <a:endParaRPr lang="en-US" sz="1400" noProof="0" dirty="0"/>
          </a:p>
          <a:p>
            <a:pPr marL="0" indent="0">
              <a:buNone/>
            </a:pPr>
            <a:r>
              <a:rPr lang="en-US" sz="1400" noProof="0" dirty="0"/>
              <a:t>In July 2013 I have been awarded with the MVP Award for </a:t>
            </a:r>
            <a:r>
              <a:rPr lang="en-US" sz="1400" i="1" noProof="0" dirty="0">
                <a:solidFill>
                  <a:schemeClr val="accent5"/>
                </a:solidFill>
              </a:rPr>
              <a:t>Microsoft SQL Server</a:t>
            </a:r>
            <a:r>
              <a:rPr lang="en-US" sz="1400" noProof="0" dirty="0"/>
              <a:t>.</a:t>
            </a:r>
          </a:p>
        </p:txBody>
      </p:sp>
      <p:sp>
        <p:nvSpPr>
          <p:cNvPr id="6" name="Textplatzhalter 5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  <a:tabLst>
                <a:tab pos="903220" algn="l"/>
              </a:tabLst>
            </a:pPr>
            <a:r>
              <a:rPr lang="en-US" sz="1400" noProof="0" dirty="0"/>
              <a:t>www:	</a:t>
            </a:r>
            <a:r>
              <a:rPr lang="en-US" sz="1400" noProof="0" dirty="0">
                <a:hlinkClick r:id="rId2"/>
              </a:rPr>
              <a:t>http://www.db-berater.de</a:t>
            </a:r>
            <a:endParaRPr lang="en-US" sz="1400" noProof="0" dirty="0"/>
          </a:p>
          <a:p>
            <a:pPr marL="0" indent="0">
              <a:buNone/>
              <a:tabLst>
                <a:tab pos="903220" algn="l"/>
              </a:tabLst>
            </a:pPr>
            <a:r>
              <a:rPr lang="en-US" sz="1400" noProof="0" dirty="0"/>
              <a:t>email:	</a:t>
            </a:r>
            <a:r>
              <a:rPr lang="en-US" sz="1400" noProof="0" dirty="0">
                <a:hlinkClick r:id="rId3"/>
              </a:rPr>
              <a:t>uwe.ricken@db-berater.de</a:t>
            </a:r>
            <a:endParaRPr lang="en-US" sz="1400" noProof="0" dirty="0"/>
          </a:p>
          <a:p>
            <a:pPr marL="0" indent="0">
              <a:buNone/>
              <a:tabLst>
                <a:tab pos="903220" algn="l"/>
              </a:tabLst>
            </a:pPr>
            <a:r>
              <a:rPr lang="en-US" sz="1400" noProof="0" dirty="0"/>
              <a:t>blog:	</a:t>
            </a:r>
            <a:r>
              <a:rPr lang="en-US" sz="1400" noProof="0" dirty="0">
                <a:hlinkClick r:id="rId4"/>
              </a:rPr>
              <a:t>http://www.sqlmaster.de</a:t>
            </a:r>
            <a:endParaRPr lang="en-US" sz="1400" noProof="0" dirty="0"/>
          </a:p>
          <a:p>
            <a:pPr marL="0" indent="0">
              <a:buNone/>
              <a:tabLst>
                <a:tab pos="903220" algn="l"/>
              </a:tabLst>
            </a:pPr>
            <a:r>
              <a:rPr lang="en-US" sz="1400" noProof="0" dirty="0"/>
              <a:t>BlueSky:	</a:t>
            </a:r>
            <a:r>
              <a:rPr lang="en-US" sz="1400" noProof="0" dirty="0">
                <a:hlinkClick r:id="rId5"/>
              </a:rPr>
              <a:t>@sqlbambi</a:t>
            </a:r>
            <a:endParaRPr lang="en-US" sz="1400" noProof="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3494589"/>
            <a:ext cx="1143000" cy="8358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72" y="3494589"/>
            <a:ext cx="1143000" cy="85725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3" y="4682334"/>
            <a:ext cx="1458955" cy="598545"/>
          </a:xfrm>
          <a:prstGeom prst="rect">
            <a:avLst/>
          </a:prstGeom>
        </p:spPr>
      </p:pic>
      <p:pic>
        <p:nvPicPr>
          <p:cNvPr id="5" name="Grafik 4" descr="Ein Bild, das Person, Mann, Brille, tragen enthält.&#10;&#10;Automatisch generierte Beschreibung">
            <a:extLst>
              <a:ext uri="{FF2B5EF4-FFF2-40B4-BE49-F238E27FC236}">
                <a16:creationId xmlns:a16="http://schemas.microsoft.com/office/drawing/2014/main" id="{46333317-A6F3-B2D3-B9F5-6B4A79A834B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8"/>
          <a:stretch/>
        </p:blipFill>
        <p:spPr>
          <a:xfrm>
            <a:off x="6499644" y="3429000"/>
            <a:ext cx="1715073" cy="185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8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341E920-2BA9-C6AC-D645-F3BC0BFB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067" y="2149215"/>
            <a:ext cx="6488975" cy="3617603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D5F1E84-96EA-2FC2-EB23-C97E371D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4" y="1678743"/>
            <a:ext cx="5033101" cy="4558548"/>
          </a:xfrm>
        </p:spPr>
        <p:txBody>
          <a:bodyPr/>
          <a:lstStyle/>
          <a:p>
            <a:r>
              <a:rPr lang="en-US" dirty="0"/>
              <a:t>Get a challenge at least once a month</a:t>
            </a:r>
          </a:p>
          <a:p>
            <a:r>
              <a:rPr lang="en-US" dirty="0"/>
              <a:t>Connect to a provided SQL Server Instance</a:t>
            </a:r>
          </a:p>
          <a:p>
            <a:r>
              <a:rPr lang="en-US" dirty="0"/>
              <a:t>Load the challenge scenario</a:t>
            </a:r>
          </a:p>
          <a:p>
            <a:r>
              <a:rPr lang="en-US" dirty="0"/>
              <a:t>Try to solve it</a:t>
            </a:r>
          </a:p>
          <a:p>
            <a:r>
              <a:rPr lang="en-US" dirty="0"/>
              <a:t>Blog about your solution</a:t>
            </a:r>
          </a:p>
          <a:p>
            <a:r>
              <a:rPr lang="en-US" dirty="0"/>
              <a:t>Leave a link in the comments of the challenge to your blog post.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https://sqlchallenges.de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6F77BBF-034A-A53E-C4B8-E4039AC9F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441327"/>
            <a:ext cx="9037637" cy="1116015"/>
          </a:xfrm>
        </p:spPr>
        <p:txBody>
          <a:bodyPr anchor="ctr">
            <a:normAutofit/>
          </a:bodyPr>
          <a:lstStyle/>
          <a:p>
            <a:r>
              <a:rPr lang="en-US" dirty="0"/>
              <a:t>Challenge SQL Server real world scenarios</a:t>
            </a:r>
          </a:p>
        </p:txBody>
      </p:sp>
    </p:spTree>
    <p:extLst>
      <p:ext uri="{BB962C8B-B14F-4D97-AF65-F5344CB8AC3E}">
        <p14:creationId xmlns:p14="http://schemas.microsoft.com/office/powerpoint/2010/main" val="92011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B7A7-38F8-B838-82CA-C5F4C9603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3FA4640-BA19-235A-185B-0650C5C7D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5661" y="2149215"/>
            <a:ext cx="6113784" cy="3617602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30E739F-4D36-9988-A5D5-ED27689E9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/>
          <a:p>
            <a:pPr lvl="0"/>
            <a:r>
              <a:rPr lang="en-US" dirty="0"/>
              <a:t>Learn SQL Server concepts through relatable real‑world analogies</a:t>
            </a:r>
          </a:p>
          <a:p>
            <a:pPr lvl="0"/>
            <a:r>
              <a:rPr lang="en-US" dirty="0"/>
              <a:t>Understand engine behavior without deep technical prerequisites</a:t>
            </a:r>
          </a:p>
          <a:p>
            <a:pPr lvl="0"/>
            <a:r>
              <a:rPr lang="en-US" dirty="0"/>
              <a:t>Bridge the gap between technical and non‑technical roles</a:t>
            </a:r>
          </a:p>
          <a:p>
            <a:pPr lvl="0"/>
            <a:r>
              <a:rPr lang="en-US" dirty="0"/>
              <a:t>Make performance, security, and architecture decisions easier to grasp</a:t>
            </a:r>
          </a:p>
          <a:p>
            <a:pPr lvl="0"/>
            <a:r>
              <a:rPr lang="en-US" dirty="0"/>
              <a:t>Build lasting intuition by connecting SQL Server to everyday situations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https://www.youtube.com/@sqlchallenges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AFBAEE6-1C06-A4DC-817F-EB456C45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 anchor="ctr">
            <a:normAutofit/>
          </a:bodyPr>
          <a:lstStyle/>
          <a:p>
            <a:r>
              <a:rPr lang="en-US" dirty="0"/>
              <a:t>SQL Server for Juniors, Managers &amp; Consultants</a:t>
            </a:r>
          </a:p>
        </p:txBody>
      </p:sp>
    </p:spTree>
    <p:extLst>
      <p:ext uri="{BB962C8B-B14F-4D97-AF65-F5344CB8AC3E}">
        <p14:creationId xmlns:p14="http://schemas.microsoft.com/office/powerpoint/2010/main" val="10362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B64B5-85B3-E815-0704-39A8BA72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BAB31C-C8AA-AC67-0046-C0E314481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about Statistics</a:t>
            </a:r>
          </a:p>
          <a:p>
            <a:pPr lvl="1"/>
            <a:r>
              <a:rPr lang="en-US" dirty="0"/>
              <a:t>Database settings for Statistics</a:t>
            </a:r>
          </a:p>
          <a:p>
            <a:pPr lvl="1"/>
            <a:r>
              <a:rPr lang="en-US" dirty="0"/>
              <a:t>When are Statistics created?</a:t>
            </a:r>
          </a:p>
          <a:p>
            <a:pPr lvl="1"/>
            <a:r>
              <a:rPr lang="en-US" dirty="0"/>
              <a:t>When are Statistics updated?</a:t>
            </a:r>
          </a:p>
          <a:p>
            <a:pPr lvl="1"/>
            <a:r>
              <a:rPr lang="en-US" dirty="0"/>
              <a:t>When are Statistics deleted?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Settings for Statistics</a:t>
            </a:r>
          </a:p>
          <a:p>
            <a:pPr lvl="1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no_recompute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auto_drop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(&gt;=SQL Server 2022)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Incremental Statistics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Ascending Key(s) and Statistics</a:t>
            </a:r>
          </a:p>
          <a:p>
            <a:r>
              <a:rPr lang="en-US" dirty="0"/>
              <a:t>Real World Scenarios and Statistics</a:t>
            </a:r>
          </a:p>
        </p:txBody>
      </p:sp>
    </p:spTree>
    <p:extLst>
      <p:ext uri="{BB962C8B-B14F-4D97-AF65-F5344CB8AC3E}">
        <p14:creationId xmlns:p14="http://schemas.microsoft.com/office/powerpoint/2010/main" val="172391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1D4DD-9EA4-77FC-BC4E-152A1BAF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F98760-9CAE-26AD-A570-3D6781D6D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What are Statistics in SQL Server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08206E-6D6D-BBFF-B7BB-7ACD9D222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The tiny data models</a:t>
            </a:r>
            <a:br>
              <a:rPr lang="en-US" noProof="0" dirty="0"/>
            </a:br>
            <a:r>
              <a:rPr lang="en-US" noProof="0" dirty="0"/>
              <a:t>that tell the optimizer</a:t>
            </a:r>
            <a:br>
              <a:rPr lang="en-US" noProof="0" dirty="0"/>
            </a:br>
            <a:r>
              <a:rPr lang="en-US" noProof="0" dirty="0"/>
              <a:t>what your tables look like.</a:t>
            </a:r>
          </a:p>
        </p:txBody>
      </p:sp>
    </p:spTree>
    <p:extLst>
      <p:ext uri="{BB962C8B-B14F-4D97-AF65-F5344CB8AC3E}">
        <p14:creationId xmlns:p14="http://schemas.microsoft.com/office/powerpoint/2010/main" val="4272028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1666F6F-DAA8-C84C-1054-857A3E6C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Let's plan a house….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B920E5BC-97F2-010F-8940-884E29608C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0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9C7DB8-3D49-018C-C984-5DE85EEC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would like a house for my family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2E3A3BF-6311-F431-ADEE-F7A929BB68ED}"/>
              </a:ext>
            </a:extLst>
          </p:cNvPr>
          <p:cNvSpPr/>
          <p:nvPr/>
        </p:nvSpPr>
        <p:spPr>
          <a:xfrm>
            <a:off x="6556829" y="1516743"/>
            <a:ext cx="2046514" cy="1378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295636BC-B3CC-1523-C26B-E02ADC3B1747}"/>
              </a:ext>
            </a:extLst>
          </p:cNvPr>
          <p:cNvSpPr/>
          <p:nvPr/>
        </p:nvSpPr>
        <p:spPr>
          <a:xfrm>
            <a:off x="8983813" y="3429000"/>
            <a:ext cx="780911" cy="388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9B3D0A8-845B-CF47-4EE2-52125602B9A7}"/>
              </a:ext>
            </a:extLst>
          </p:cNvPr>
          <p:cNvSpPr/>
          <p:nvPr/>
        </p:nvSpPr>
        <p:spPr>
          <a:xfrm>
            <a:off x="6556829" y="2895600"/>
            <a:ext cx="2426984" cy="1362701"/>
          </a:xfrm>
          <a:prstGeom prst="rect">
            <a:avLst/>
          </a:prstGeom>
          <a:solidFill>
            <a:srgbClr val="C00000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Parsing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Compilation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Optimization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F62186A-1C70-EE31-36CE-6F85950076D6}"/>
              </a:ext>
            </a:extLst>
          </p:cNvPr>
          <p:cNvSpPr/>
          <p:nvPr/>
        </p:nvSpPr>
        <p:spPr>
          <a:xfrm>
            <a:off x="9868944" y="2895599"/>
            <a:ext cx="2269629" cy="1362701"/>
          </a:xfrm>
          <a:prstGeom prst="rect">
            <a:avLst/>
          </a:prstGeom>
          <a:solidFill>
            <a:srgbClr val="FFA7A7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Query Ex…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1B57A09-9F6E-8150-1E54-A4366964BD82}"/>
              </a:ext>
            </a:extLst>
          </p:cNvPr>
          <p:cNvSpPr/>
          <p:nvPr/>
        </p:nvSpPr>
        <p:spPr>
          <a:xfrm>
            <a:off x="11546377" y="1978429"/>
            <a:ext cx="645331" cy="2917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E02BB1D6-A20E-282F-45C9-AF7665E2AF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noProof="0" dirty="0"/>
              <a:t>Parsing</a:t>
            </a:r>
          </a:p>
          <a:p>
            <a:pPr lvl="1"/>
            <a:r>
              <a:rPr lang="en-US" noProof="0" dirty="0"/>
              <a:t>Parsing is the process in SQL Server where the query text is broken down into its grammatical components, checked for valid syntax, and prepared for further processing. 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In real life, parsing is like someone reading your sentence and first making sure the grammar makes sense before deciding what you want them to do.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148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99FC-6E76-3189-52EB-C497DCCB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4A540-7A7A-4437-43C9-B33F0E27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would like a house for my family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EBB4FD3-8B39-EF6B-00A4-A73BB995D848}"/>
              </a:ext>
            </a:extLst>
          </p:cNvPr>
          <p:cNvSpPr/>
          <p:nvPr/>
        </p:nvSpPr>
        <p:spPr>
          <a:xfrm>
            <a:off x="6556829" y="1516743"/>
            <a:ext cx="2046514" cy="1378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9CDEF519-CFEE-7BE3-178A-F507FF4E7525}"/>
              </a:ext>
            </a:extLst>
          </p:cNvPr>
          <p:cNvSpPr/>
          <p:nvPr/>
        </p:nvSpPr>
        <p:spPr>
          <a:xfrm>
            <a:off x="8983813" y="3429000"/>
            <a:ext cx="780911" cy="388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2A2DCAD-7264-992A-1B78-FCF906912BB0}"/>
              </a:ext>
            </a:extLst>
          </p:cNvPr>
          <p:cNvSpPr/>
          <p:nvPr/>
        </p:nvSpPr>
        <p:spPr>
          <a:xfrm>
            <a:off x="6556829" y="2895600"/>
            <a:ext cx="2426984" cy="1362701"/>
          </a:xfrm>
          <a:prstGeom prst="rect">
            <a:avLst/>
          </a:prstGeom>
          <a:solidFill>
            <a:srgbClr val="C00000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Parsing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Compilation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Optimization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53E4D43-718A-DE00-BF59-049A5C84A2CB}"/>
              </a:ext>
            </a:extLst>
          </p:cNvPr>
          <p:cNvSpPr/>
          <p:nvPr/>
        </p:nvSpPr>
        <p:spPr>
          <a:xfrm>
            <a:off x="9868944" y="2895599"/>
            <a:ext cx="2269629" cy="1362701"/>
          </a:xfrm>
          <a:prstGeom prst="rect">
            <a:avLst/>
          </a:prstGeom>
          <a:solidFill>
            <a:srgbClr val="FFA7A7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Query Ex …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B850C77-C08A-B072-C216-22DAB4E86311}"/>
              </a:ext>
            </a:extLst>
          </p:cNvPr>
          <p:cNvSpPr/>
          <p:nvPr/>
        </p:nvSpPr>
        <p:spPr>
          <a:xfrm>
            <a:off x="11546377" y="1978429"/>
            <a:ext cx="645331" cy="2917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EF576CE4-82C7-B324-6774-ED036F13F4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noProof="0" dirty="0"/>
              <a:t>Compilation</a:t>
            </a:r>
          </a:p>
          <a:p>
            <a:pPr lvl="1"/>
            <a:r>
              <a:rPr lang="en-US" noProof="0" dirty="0"/>
              <a:t>Compilation is the phase in SQL Server where the validated query is transformed into a logical execution plan that describes what needs to be done, step by step, </a:t>
            </a:r>
            <a:r>
              <a:rPr lang="en-US" b="1" noProof="0" dirty="0"/>
              <a:t>without yet deciding how it will be executed</a:t>
            </a:r>
            <a:r>
              <a:rPr lang="en-US" noProof="0" dirty="0"/>
              <a:t>.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In real life, compilation is like an architect taking your idea for a house and turning it into a clean, structured blueprint.</a:t>
            </a:r>
            <a:br>
              <a:rPr lang="en-US" dirty="0"/>
            </a:br>
            <a:r>
              <a:rPr lang="en-US" dirty="0"/>
              <a:t>The architect is only collecting the necessary objects and processes!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154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FDFD-27C6-C363-EC9A-075650BC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18546A-68F4-0997-EB9B-EAB0B3C8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 would like a house for my family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DEA002E-D9B3-BE67-C07D-2E458A0DE6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Compilation</a:t>
            </a:r>
            <a:endParaRPr lang="en-US" sz="1400" b="1" noProof="0" dirty="0">
              <a:solidFill>
                <a:srgbClr val="FF0000"/>
              </a:solidFill>
            </a:endParaRPr>
          </a:p>
          <a:p>
            <a:pPr lvl="1"/>
            <a:r>
              <a:rPr lang="en-US" noProof="0" dirty="0"/>
              <a:t>The architect begins planning the house.</a:t>
            </a:r>
          </a:p>
          <a:p>
            <a:pPr lvl="1"/>
            <a:r>
              <a:rPr lang="en-US" noProof="0" dirty="0"/>
              <a:t>He identifies every resource the project will require.</a:t>
            </a:r>
          </a:p>
          <a:p>
            <a:pPr lvl="1"/>
            <a:r>
              <a:rPr lang="en-US" noProof="0" dirty="0"/>
              <a:t>He determines which</a:t>
            </a:r>
          </a:p>
          <a:p>
            <a:pPr lvl="2"/>
            <a:r>
              <a:rPr lang="en-US" noProof="0" dirty="0"/>
              <a:t>tools are needed</a:t>
            </a:r>
          </a:p>
          <a:p>
            <a:pPr lvl="2"/>
            <a:r>
              <a:rPr lang="en-US" noProof="0" dirty="0"/>
              <a:t>workers must be assigned</a:t>
            </a:r>
          </a:p>
          <a:p>
            <a:pPr lvl="2"/>
            <a:r>
              <a:rPr lang="en-US" noProof="0" dirty="0"/>
              <a:t>construction machines are essential</a:t>
            </a:r>
          </a:p>
          <a:p>
            <a:pPr lvl="2"/>
            <a:r>
              <a:rPr lang="en-US" noProof="0" dirty="0"/>
              <a:t>which materials must be prepared.</a:t>
            </a:r>
          </a:p>
          <a:p>
            <a:pPr lvl="1"/>
            <a:r>
              <a:rPr lang="en-US" noProof="0" dirty="0"/>
              <a:t>He gathers and organizes all components</a:t>
            </a:r>
          </a:p>
          <a:p>
            <a:pPr lvl="1"/>
            <a:endParaRPr lang="en-US" noProof="0" dirty="0"/>
          </a:p>
          <a:p>
            <a:pPr marL="0" indent="0">
              <a:buNone/>
            </a:pPr>
            <a:r>
              <a:rPr lang="en-US" sz="1400" b="1" noProof="0" dirty="0">
                <a:solidFill>
                  <a:srgbClr val="FF0000"/>
                </a:solidFill>
              </a:rPr>
              <a:t>The architect is PLANNING the house but he’s NOT BUILDING it!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C4084A3-2B28-066E-BD74-3D0166717374}"/>
              </a:ext>
            </a:extLst>
          </p:cNvPr>
          <p:cNvGrpSpPr/>
          <p:nvPr/>
        </p:nvGrpSpPr>
        <p:grpSpPr>
          <a:xfrm>
            <a:off x="6479766" y="2070932"/>
            <a:ext cx="5634879" cy="1912258"/>
            <a:chOff x="6556829" y="1516743"/>
            <a:chExt cx="5634879" cy="1912258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B90FF71D-2D02-5B2E-5987-820BEE45113E}"/>
                </a:ext>
              </a:extLst>
            </p:cNvPr>
            <p:cNvGrpSpPr/>
            <p:nvPr/>
          </p:nvGrpSpPr>
          <p:grpSpPr>
            <a:xfrm>
              <a:off x="6556829" y="1516743"/>
              <a:ext cx="5581745" cy="1843778"/>
              <a:chOff x="6556829" y="1516743"/>
              <a:chExt cx="5581745" cy="1843778"/>
            </a:xfrm>
          </p:grpSpPr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0CBC5113-2680-A6A2-F23F-E3665CDB7482}"/>
                  </a:ext>
                </a:extLst>
              </p:cNvPr>
              <p:cNvSpPr/>
              <p:nvPr/>
            </p:nvSpPr>
            <p:spPr>
              <a:xfrm>
                <a:off x="6556829" y="1516743"/>
                <a:ext cx="2046514" cy="13788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B3F68817-F07B-78BD-E4F8-D1D84D66E145}"/>
                  </a:ext>
                </a:extLst>
              </p:cNvPr>
              <p:cNvSpPr/>
              <p:nvPr/>
            </p:nvSpPr>
            <p:spPr>
              <a:xfrm>
                <a:off x="6556829" y="1997820"/>
                <a:ext cx="2426984" cy="1362701"/>
              </a:xfrm>
              <a:prstGeom prst="rect">
                <a:avLst/>
              </a:prstGeom>
              <a:solidFill>
                <a:srgbClr val="C00000"/>
              </a:solidFill>
              <a:ln w="571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noProof="0" dirty="0">
                    <a:solidFill>
                      <a:schemeClr val="bg1">
                        <a:lumMod val="50000"/>
                      </a:schemeClr>
                    </a:solidFill>
                  </a:rPr>
                  <a:t>Parsing</a:t>
                </a:r>
              </a:p>
              <a:p>
                <a:pPr algn="ctr"/>
                <a:r>
                  <a:rPr lang="en-US" b="1" noProof="0" dirty="0"/>
                  <a:t>Compilation</a:t>
                </a:r>
              </a:p>
              <a:p>
                <a:pPr algn="ctr"/>
                <a:r>
                  <a:rPr lang="en-US" b="1" noProof="0" dirty="0"/>
                  <a:t>Optimization</a:t>
                </a:r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50908476-80C9-5A00-59EB-78E5B24399B8}"/>
                  </a:ext>
                </a:extLst>
              </p:cNvPr>
              <p:cNvSpPr/>
              <p:nvPr/>
            </p:nvSpPr>
            <p:spPr>
              <a:xfrm>
                <a:off x="9711590" y="1997819"/>
                <a:ext cx="2426984" cy="1362701"/>
              </a:xfrm>
              <a:prstGeom prst="rect">
                <a:avLst/>
              </a:prstGeom>
              <a:gradFill flip="none" rotWithShape="1">
                <a:gsLst>
                  <a:gs pos="0">
                    <a:srgbClr val="FFA7A7">
                      <a:shade val="30000"/>
                      <a:satMod val="115000"/>
                    </a:srgbClr>
                  </a:gs>
                  <a:gs pos="50000">
                    <a:srgbClr val="FFA7A7">
                      <a:shade val="67500"/>
                      <a:satMod val="115000"/>
                    </a:srgbClr>
                  </a:gs>
                  <a:gs pos="100000">
                    <a:srgbClr val="FFA7A7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 w="571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noProof="0" dirty="0"/>
                  <a:t>Query Ex…</a:t>
                </a:r>
              </a:p>
            </p:txBody>
          </p:sp>
          <p:sp>
            <p:nvSpPr>
              <p:cNvPr id="7" name="Pfeil: nach rechts 6">
                <a:extLst>
                  <a:ext uri="{FF2B5EF4-FFF2-40B4-BE49-F238E27FC236}">
                    <a16:creationId xmlns:a16="http://schemas.microsoft.com/office/drawing/2014/main" id="{2165EDF6-3E55-2F99-045D-499E9CCEA74E}"/>
                  </a:ext>
                </a:extLst>
              </p:cNvPr>
              <p:cNvSpPr/>
              <p:nvPr/>
            </p:nvSpPr>
            <p:spPr>
              <a:xfrm>
                <a:off x="8983813" y="2531220"/>
                <a:ext cx="780911" cy="38878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46E2E933-DA56-30DE-1073-212E6E3C2B18}"/>
                </a:ext>
              </a:extLst>
            </p:cNvPr>
            <p:cNvSpPr/>
            <p:nvPr/>
          </p:nvSpPr>
          <p:spPr>
            <a:xfrm>
              <a:off x="11546377" y="1870365"/>
              <a:ext cx="645331" cy="15586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3E7DE1A7-8BF0-F373-3FCF-F4A47C255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993641"/>
            <a:ext cx="5761033" cy="384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8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9051-E192-4F42-E826-C81C152C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B29278-A903-3C97-854C-50A6EAE4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would like a house for my family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B4C7FED-80BB-9BFB-6804-A8932355F3D4}"/>
              </a:ext>
            </a:extLst>
          </p:cNvPr>
          <p:cNvSpPr/>
          <p:nvPr/>
        </p:nvSpPr>
        <p:spPr>
          <a:xfrm>
            <a:off x="6556829" y="1516743"/>
            <a:ext cx="2046514" cy="1378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035F783A-91C9-EDAB-721E-6032F044EE09}"/>
              </a:ext>
            </a:extLst>
          </p:cNvPr>
          <p:cNvSpPr/>
          <p:nvPr/>
        </p:nvSpPr>
        <p:spPr>
          <a:xfrm>
            <a:off x="8983813" y="3429000"/>
            <a:ext cx="780911" cy="3887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2C05649-C388-D6B1-55DE-EDBF5E455E71}"/>
              </a:ext>
            </a:extLst>
          </p:cNvPr>
          <p:cNvSpPr/>
          <p:nvPr/>
        </p:nvSpPr>
        <p:spPr>
          <a:xfrm>
            <a:off x="6556829" y="2895600"/>
            <a:ext cx="2426984" cy="1362701"/>
          </a:xfrm>
          <a:prstGeom prst="rect">
            <a:avLst/>
          </a:prstGeom>
          <a:solidFill>
            <a:srgbClr val="C00000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Parsing</a:t>
            </a:r>
          </a:p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Compilation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Optimization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BB7C54A-EEF0-4B7E-9483-06C1DC10AE90}"/>
              </a:ext>
            </a:extLst>
          </p:cNvPr>
          <p:cNvSpPr/>
          <p:nvPr/>
        </p:nvSpPr>
        <p:spPr>
          <a:xfrm>
            <a:off x="9868944" y="2895599"/>
            <a:ext cx="2269629" cy="1362701"/>
          </a:xfrm>
          <a:prstGeom prst="rect">
            <a:avLst/>
          </a:prstGeom>
          <a:solidFill>
            <a:srgbClr val="FFA7A7"/>
          </a:solidFill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Query Ex …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88F9AC-9F00-F811-3AA4-40EEFEE60AF1}"/>
              </a:ext>
            </a:extLst>
          </p:cNvPr>
          <p:cNvSpPr/>
          <p:nvPr/>
        </p:nvSpPr>
        <p:spPr>
          <a:xfrm>
            <a:off x="11546377" y="1978429"/>
            <a:ext cx="645331" cy="2917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64C93C65-F5B5-BAC3-528D-23BECFD116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noProof="0" dirty="0"/>
              <a:t>Optimization</a:t>
            </a:r>
          </a:p>
          <a:p>
            <a:pPr lvl="1"/>
            <a:r>
              <a:rPr lang="en-US" noProof="0" dirty="0"/>
              <a:t>SQL Server evaluates multiple execution strategies, estimates their costs, and selects the plan with the lowest expected runtime.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The architect compares different construction methods, calculates their costs, and chooses the safest and most efficient way to build the structure.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30471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878C4-969F-82E6-5601-C9DFEA63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04C6B6-71E0-3AF6-3B3D-2CB7751C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would like a house for my family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60EC9362-AD0B-F355-3C38-5ECE9DCE59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noProof="0" dirty="0"/>
              <a:t>Optimization</a:t>
            </a:r>
            <a:endParaRPr lang="en-US" sz="1400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The architect analyzes the cost of each resource.</a:t>
            </a:r>
          </a:p>
          <a:p>
            <a:pPr lvl="1"/>
            <a:r>
              <a:rPr lang="en-US" dirty="0"/>
              <a:t>He assigns a cost factor to every tool and machine based on required effort.</a:t>
            </a:r>
          </a:p>
          <a:p>
            <a:pPr lvl="2"/>
            <a:r>
              <a:rPr lang="en-US" b="1" dirty="0"/>
              <a:t>Site conditions</a:t>
            </a:r>
            <a:r>
              <a:rPr lang="en-US" dirty="0"/>
              <a:t> influence costs.</a:t>
            </a:r>
          </a:p>
          <a:p>
            <a:pPr lvl="1"/>
            <a:r>
              <a:rPr lang="en-US" dirty="0"/>
              <a:t>With all price tags defined, he selects the most cost‑effective combination of resources.</a:t>
            </a:r>
          </a:p>
          <a:p>
            <a:pPr lvl="1"/>
            <a:r>
              <a:rPr lang="en-US" dirty="0"/>
              <a:t>Now he can create a schedule for the chosen combination.</a:t>
            </a:r>
          </a:p>
          <a:p>
            <a:pPr lvl="1"/>
            <a:r>
              <a:rPr lang="en-US" b="1" dirty="0"/>
              <a:t>The result is an optimized plan with total cost estimation.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The architect is PLANNING the house but he’s NOT BUILDING it!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7401509-18D6-01E9-B791-425434DBAB3F}"/>
              </a:ext>
            </a:extLst>
          </p:cNvPr>
          <p:cNvGrpSpPr/>
          <p:nvPr/>
        </p:nvGrpSpPr>
        <p:grpSpPr>
          <a:xfrm>
            <a:off x="6479766" y="2070932"/>
            <a:ext cx="5634879" cy="1912258"/>
            <a:chOff x="6556829" y="1516743"/>
            <a:chExt cx="5634879" cy="1912258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C988D521-7822-7165-19CF-81927D809CC8}"/>
                </a:ext>
              </a:extLst>
            </p:cNvPr>
            <p:cNvGrpSpPr/>
            <p:nvPr/>
          </p:nvGrpSpPr>
          <p:grpSpPr>
            <a:xfrm>
              <a:off x="6556829" y="1516743"/>
              <a:ext cx="5581745" cy="1843778"/>
              <a:chOff x="6556829" y="1516743"/>
              <a:chExt cx="5581745" cy="1843778"/>
            </a:xfrm>
          </p:grpSpPr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0AD26E81-F93E-62AB-1B73-AD0F7D3D05F5}"/>
                  </a:ext>
                </a:extLst>
              </p:cNvPr>
              <p:cNvSpPr/>
              <p:nvPr/>
            </p:nvSpPr>
            <p:spPr>
              <a:xfrm>
                <a:off x="6556829" y="1516743"/>
                <a:ext cx="2046514" cy="13788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18D2110D-7FB3-C742-16BF-B33A8CA20A7E}"/>
                  </a:ext>
                </a:extLst>
              </p:cNvPr>
              <p:cNvSpPr/>
              <p:nvPr/>
            </p:nvSpPr>
            <p:spPr>
              <a:xfrm>
                <a:off x="6556829" y="1997820"/>
                <a:ext cx="2426984" cy="1362701"/>
              </a:xfrm>
              <a:prstGeom prst="rect">
                <a:avLst/>
              </a:prstGeom>
              <a:solidFill>
                <a:srgbClr val="C00000"/>
              </a:solidFill>
              <a:ln w="571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Parsing</a:t>
                </a:r>
              </a:p>
              <a:p>
                <a:pPr algn="ctr"/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</a:rPr>
                  <a:t>Compilation</a:t>
                </a:r>
              </a:p>
              <a:p>
                <a:pPr algn="ctr"/>
                <a:r>
                  <a:rPr lang="en-US" b="1" dirty="0"/>
                  <a:t>Optimization</a:t>
                </a:r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62CB3B8A-8B43-5E20-3835-6A1C5C27B93D}"/>
                  </a:ext>
                </a:extLst>
              </p:cNvPr>
              <p:cNvSpPr/>
              <p:nvPr/>
            </p:nvSpPr>
            <p:spPr>
              <a:xfrm>
                <a:off x="9711590" y="1997819"/>
                <a:ext cx="2426984" cy="1362701"/>
              </a:xfrm>
              <a:prstGeom prst="rect">
                <a:avLst/>
              </a:prstGeom>
              <a:gradFill flip="none" rotWithShape="1">
                <a:gsLst>
                  <a:gs pos="0">
                    <a:srgbClr val="FFA7A7">
                      <a:shade val="30000"/>
                      <a:satMod val="115000"/>
                    </a:srgbClr>
                  </a:gs>
                  <a:gs pos="50000">
                    <a:srgbClr val="FFA7A7">
                      <a:shade val="67500"/>
                      <a:satMod val="115000"/>
                    </a:srgbClr>
                  </a:gs>
                  <a:gs pos="100000">
                    <a:srgbClr val="FFA7A7">
                      <a:shade val="100000"/>
                      <a:satMod val="115000"/>
                    </a:srgbClr>
                  </a:gs>
                </a:gsLst>
                <a:lin ang="0" scaled="1"/>
                <a:tileRect/>
              </a:gradFill>
              <a:ln w="571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Query Ex…</a:t>
                </a:r>
              </a:p>
            </p:txBody>
          </p:sp>
          <p:sp>
            <p:nvSpPr>
              <p:cNvPr id="7" name="Pfeil: nach rechts 6">
                <a:extLst>
                  <a:ext uri="{FF2B5EF4-FFF2-40B4-BE49-F238E27FC236}">
                    <a16:creationId xmlns:a16="http://schemas.microsoft.com/office/drawing/2014/main" id="{7960E17A-2C1D-2378-A563-C0B5E8462EF6}"/>
                  </a:ext>
                </a:extLst>
              </p:cNvPr>
              <p:cNvSpPr/>
              <p:nvPr/>
            </p:nvSpPr>
            <p:spPr>
              <a:xfrm>
                <a:off x="8983813" y="2531220"/>
                <a:ext cx="780911" cy="38878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237347AB-7024-033C-5E01-6C6A356027D2}"/>
                </a:ext>
              </a:extLst>
            </p:cNvPr>
            <p:cNvSpPr/>
            <p:nvPr/>
          </p:nvSpPr>
          <p:spPr>
            <a:xfrm>
              <a:off x="11546377" y="1870365"/>
              <a:ext cx="645331" cy="15586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052AF6A3-3058-3649-987B-28CF7684E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4312"/>
            <a:ext cx="5759303" cy="383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07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AE20-CDF3-8657-C175-D91E88130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98E8F-337F-0E09-1460-3CF42A2A8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Basics about Statistics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EB3CFC-FE4D-CB10-A11F-9287832365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The core rules that govern</a:t>
            </a:r>
          </a:p>
          <a:p>
            <a:r>
              <a:rPr lang="en-US" noProof="0" dirty="0"/>
              <a:t>when SQL Server creates, refreshes, and retires</a:t>
            </a:r>
          </a:p>
          <a:p>
            <a:r>
              <a:rPr lang="en-US" noProof="0" dirty="0"/>
              <a:t>the statistics queries depend on.</a:t>
            </a:r>
          </a:p>
        </p:txBody>
      </p:sp>
    </p:spTree>
    <p:extLst>
      <p:ext uri="{BB962C8B-B14F-4D97-AF65-F5344CB8AC3E}">
        <p14:creationId xmlns:p14="http://schemas.microsoft.com/office/powerpoint/2010/main" val="2170550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CED106-DC8A-2F3B-42EE-F176C669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Database Settings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DEE4F916-CB34-0EB6-1E57-FA18399F79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4963" y="1756225"/>
            <a:ext cx="5581650" cy="4390126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7499CFD-98E6-07B7-8C9E-BF2C14BFD1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noProof="0" dirty="0"/>
              <a:t>Auto Create Statistics</a:t>
            </a:r>
          </a:p>
          <a:p>
            <a:pPr lvl="1"/>
            <a:r>
              <a:rPr lang="en-US" noProof="0" dirty="0"/>
              <a:t>SQL Server builds the statistics it needs the moment your queries demand them.</a:t>
            </a:r>
          </a:p>
          <a:p>
            <a:r>
              <a:rPr lang="en-US" noProof="0" dirty="0"/>
              <a:t>Auto Update Statistics</a:t>
            </a:r>
          </a:p>
          <a:p>
            <a:pPr lvl="1"/>
            <a:r>
              <a:rPr lang="en-US" noProof="0" dirty="0"/>
              <a:t>Keeps statistics fresh so the optimizer doesn’t make decisions based on yesterday’s data.</a:t>
            </a:r>
          </a:p>
          <a:p>
            <a:r>
              <a:rPr lang="en-US" noProof="0" dirty="0"/>
              <a:t>Auto Update Statistics </a:t>
            </a:r>
            <a:r>
              <a:rPr lang="en-US" noProof="0" dirty="0" err="1"/>
              <a:t>Asynchron</a:t>
            </a:r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Refreshes stale stats in the background so your queries don’t have to wait for them.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7285931-58EA-3972-ECDB-69059EB05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473" y="3061829"/>
            <a:ext cx="4258269" cy="1314633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8351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95A5C6F-59A1-79F5-FD34-C2B4C18D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Statistics created?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78492F-4A4B-B20A-E607-E98564D673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Automatic Creation</a:t>
            </a:r>
          </a:p>
          <a:p>
            <a:pPr lvl="1"/>
            <a:r>
              <a:rPr lang="en-US" dirty="0"/>
              <a:t>Database Option “Auto create Statistics” must be ON</a:t>
            </a:r>
          </a:p>
          <a:p>
            <a:r>
              <a:rPr lang="en-US" dirty="0"/>
              <a:t>Index Creation</a:t>
            </a:r>
          </a:p>
          <a:p>
            <a:pPr lvl="1"/>
            <a:r>
              <a:rPr lang="en-US" dirty="0"/>
              <a:t>Every Index automatically creates a corresponding statistics object on the key column(s).</a:t>
            </a:r>
          </a:p>
          <a:p>
            <a:r>
              <a:rPr lang="en-US" dirty="0"/>
              <a:t>Manual Creation</a:t>
            </a:r>
          </a:p>
          <a:p>
            <a:pPr lvl="1"/>
            <a:r>
              <a:rPr lang="en-US" dirty="0"/>
              <a:t>Used for filtered stats, multi-column stats or precision control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28FD8A4-1016-E679-A8E2-B492470639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endParaRPr lang="de-DE" sz="1400" dirty="0">
              <a:solidFill>
                <a:srgbClr val="0000FF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CREATE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NONCLUSTERED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INDEX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nix_customers_c_nationkey</a:t>
            </a:r>
            <a:endParaRPr lang="de-DE" sz="1400" dirty="0">
              <a:solidFill>
                <a:srgbClr val="000000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dbo</a:t>
            </a:r>
            <a:r>
              <a:rPr lang="de-DE" sz="1400" dirty="0" err="1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customers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c_nationkey</a:t>
            </a:r>
            <a:r>
              <a:rPr lang="de-DE" sz="1400" dirty="0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);</a:t>
            </a:r>
            <a:endParaRPr lang="de-DE" sz="1400" dirty="0">
              <a:solidFill>
                <a:srgbClr val="000000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CREATE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STATISTICS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stats_orders_o_orderpriority</a:t>
            </a:r>
            <a:endParaRPr lang="de-DE" sz="1400" dirty="0">
              <a:solidFill>
                <a:srgbClr val="000000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>
              <a:buNone/>
            </a:pP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de-DE" sz="1400" dirty="0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dbo</a:t>
            </a:r>
            <a:r>
              <a:rPr lang="de-DE" sz="1400" dirty="0" err="1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orders</a:t>
            </a:r>
            <a:r>
              <a:rPr lang="de-DE" sz="1400" dirty="0">
                <a:solidFill>
                  <a:srgbClr val="0000FF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e-DE" sz="1400" dirty="0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de-DE" sz="1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o_orderpriority</a:t>
            </a:r>
            <a:r>
              <a:rPr lang="de-DE" sz="1400" dirty="0">
                <a:solidFill>
                  <a:srgbClr val="808080"/>
                </a:solidFill>
                <a:effectLst/>
                <a:latin typeface="Cascadia Mono" panose="020B0609020000020004" pitchFamily="49" charset="0"/>
                <a:cs typeface="Cascadia Mono" panose="020B0609020000020004" pitchFamily="49" charset="0"/>
              </a:rPr>
              <a:t>);</a:t>
            </a:r>
            <a:endParaRPr lang="de-DE" sz="1400" dirty="0">
              <a:solidFill>
                <a:srgbClr val="000000"/>
              </a:solidFill>
              <a:effectLst/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323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B9C2-0D65-2EA7-F655-F137CFAB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668E183-D5F2-A8B2-64E9-68CD09B5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Statistics created?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36AAD6-F94C-076B-D190-7BD3B6EC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1" y="1700213"/>
            <a:ext cx="4465637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4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6409B4-8AAE-E12E-F441-DB44B2B2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Statistics updated?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00B0E9-5A46-85AF-C209-1BDCF35B4A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Automatic Updates</a:t>
            </a:r>
          </a:p>
          <a:p>
            <a:pPr lvl="1"/>
            <a:r>
              <a:rPr lang="en-US" dirty="0"/>
              <a:t>Triggered when enough rows have changed</a:t>
            </a:r>
          </a:p>
          <a:p>
            <a:pPr lvl="1"/>
            <a:r>
              <a:rPr lang="en-US" dirty="0"/>
              <a:t>Threshold depends on Compatibility Level</a:t>
            </a:r>
          </a:p>
          <a:p>
            <a:r>
              <a:rPr lang="en-US" dirty="0"/>
              <a:t>Manual Updates</a:t>
            </a:r>
          </a:p>
          <a:p>
            <a:pPr lvl="1"/>
            <a:r>
              <a:rPr lang="en-US" dirty="0"/>
              <a:t>Used when precision or deterministic behavior is required.</a:t>
            </a:r>
          </a:p>
        </p:txBody>
      </p:sp>
      <p:pic>
        <p:nvPicPr>
          <p:cNvPr id="6" name="UpdateStats small">
            <a:extLst>
              <a:ext uri="{FF2B5EF4-FFF2-40B4-BE49-F238E27FC236}">
                <a16:creationId xmlns:a16="http://schemas.microsoft.com/office/drawing/2014/main" id="{8D6BBEC3-F3AE-7A88-3D5B-85987A0F9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93" y="1678476"/>
            <a:ext cx="5535552" cy="2761639"/>
          </a:xfrm>
          <a:prstGeom prst="rect">
            <a:avLst/>
          </a:prstGeom>
        </p:spPr>
      </p:pic>
      <p:pic>
        <p:nvPicPr>
          <p:cNvPr id="7" name="UpdateStats big">
            <a:extLst>
              <a:ext uri="{FF2B5EF4-FFF2-40B4-BE49-F238E27FC236}">
                <a16:creationId xmlns:a16="http://schemas.microsoft.com/office/drawing/2014/main" id="{7D052FBA-CE81-EA1E-888A-AD0BA3DEF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60" y="1557338"/>
            <a:ext cx="9373123" cy="467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0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>
            <a:normAutofit/>
          </a:bodyPr>
          <a:lstStyle/>
          <a:p>
            <a:r>
              <a:rPr lang="en-US" noProof="0" dirty="0"/>
              <a:t>Algorithm for AUTO_UPDATE_STATISTICS: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>
            <a:normAutofit/>
          </a:bodyPr>
          <a:lstStyle/>
          <a:p>
            <a:r>
              <a:rPr lang="en-US" noProof="0" dirty="0"/>
              <a:t>Before SQL Server 2016</a:t>
            </a:r>
          </a:p>
          <a:p>
            <a:pPr lvl="1"/>
            <a:r>
              <a:rPr lang="en-US" noProof="0" dirty="0"/>
              <a:t>If the cardinality of a table is between 7 and 500 the statistics will be updated after 500 modifications.</a:t>
            </a:r>
          </a:p>
          <a:p>
            <a:pPr lvl="1"/>
            <a:r>
              <a:rPr lang="en-US" noProof="0" dirty="0"/>
              <a:t>If the table has more than 500 rows the statistics will be updated when 500 records + 20% have been modified.</a:t>
            </a:r>
          </a:p>
          <a:p>
            <a:r>
              <a:rPr lang="en-US" noProof="0" dirty="0"/>
              <a:t>Formula</a:t>
            </a:r>
          </a:p>
          <a:p>
            <a:pPr lvl="1"/>
            <a:r>
              <a:rPr lang="en-US" noProof="0" dirty="0"/>
              <a:t>rows * 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4E3E1A19-00D4-9AAB-DD03-3814B8F0D3A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271709" y="1665291"/>
                <a:ext cx="5585331" cy="4571999"/>
              </a:xfrm>
            </p:spPr>
            <p:txBody>
              <a:bodyPr/>
              <a:lstStyle/>
              <a:p>
                <a:r>
                  <a:rPr lang="en-US" noProof="0" dirty="0"/>
                  <a:t>SQL Server 2016 (or TF 2371)</a:t>
                </a:r>
              </a:p>
              <a:p>
                <a:pPr lvl="1"/>
                <a:r>
                  <a:rPr lang="en-US" noProof="0" dirty="0"/>
                  <a:t>SQL Server switches to a dynamic, data‑size‑aware threshold based on the square root of the number of row.</a:t>
                </a:r>
              </a:p>
              <a:p>
                <a:pPr lvl="1"/>
                <a:r>
                  <a:rPr lang="en-US" noProof="0" dirty="0"/>
                  <a:t>If the threshold value is bigger than with the old formula, the old </a:t>
                </a:r>
                <a:r>
                  <a:rPr lang="en-US" noProof="0" dirty="0" err="1"/>
                  <a:t>formua</a:t>
                </a:r>
                <a:r>
                  <a:rPr lang="en-US" noProof="0" dirty="0"/>
                  <a:t> value is used!</a:t>
                </a:r>
              </a:p>
              <a:p>
                <a:r>
                  <a:rPr lang="en-US" noProof="0" dirty="0"/>
                  <a:t>Formula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√(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𝑟𝑜𝑤𝑠</m:t>
                    </m:r>
                    <m:r>
                      <a:rPr lang="de-DE" b="0" i="1" noProof="0" smtClean="0">
                        <a:latin typeface="Cambria Math" panose="02040503050406030204" pitchFamily="18" charset="0"/>
                      </a:rPr>
                      <m:t> ∗1000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noProof="0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4E3E1A19-00D4-9AAB-DD03-3814B8F0D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71709" y="1665291"/>
                <a:ext cx="5585331" cy="4571999"/>
              </a:xfrm>
              <a:blipFill>
                <a:blip r:embed="rId2"/>
                <a:stretch>
                  <a:fillRect l="-1856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500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F220DFB-3499-4C25-0360-3CBD1BE16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Triggering Update of Statistics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2FABA13-3C81-69C2-63CB-6DA5D5E85DC4}"/>
              </a:ext>
            </a:extLst>
          </p:cNvPr>
          <p:cNvCxnSpPr/>
          <p:nvPr/>
        </p:nvCxnSpPr>
        <p:spPr>
          <a:xfrm>
            <a:off x="334965" y="3429000"/>
            <a:ext cx="11449667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0C87104-0A4E-0833-96D6-EAFEA6C3C546}"/>
              </a:ext>
            </a:extLst>
          </p:cNvPr>
          <p:cNvCxnSpPr>
            <a:cxnSpLocks/>
          </p:cNvCxnSpPr>
          <p:nvPr/>
        </p:nvCxnSpPr>
        <p:spPr>
          <a:xfrm>
            <a:off x="1775520" y="3248980"/>
            <a:ext cx="0" cy="3600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9BC5C7E-2D34-48BB-0353-1E6547CA2920}"/>
              </a:ext>
            </a:extLst>
          </p:cNvPr>
          <p:cNvCxnSpPr>
            <a:cxnSpLocks/>
          </p:cNvCxnSpPr>
          <p:nvPr/>
        </p:nvCxnSpPr>
        <p:spPr>
          <a:xfrm>
            <a:off x="3215680" y="3248980"/>
            <a:ext cx="0" cy="3600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5406801F-690F-DA8C-1642-0D6D577D83BA}"/>
              </a:ext>
            </a:extLst>
          </p:cNvPr>
          <p:cNvCxnSpPr>
            <a:cxnSpLocks/>
          </p:cNvCxnSpPr>
          <p:nvPr/>
        </p:nvCxnSpPr>
        <p:spPr>
          <a:xfrm>
            <a:off x="4655840" y="3248980"/>
            <a:ext cx="0" cy="3600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4F4F611-3025-F626-9110-FE1C363E6834}"/>
              </a:ext>
            </a:extLst>
          </p:cNvPr>
          <p:cNvCxnSpPr>
            <a:cxnSpLocks/>
          </p:cNvCxnSpPr>
          <p:nvPr/>
        </p:nvCxnSpPr>
        <p:spPr>
          <a:xfrm>
            <a:off x="6096000" y="3248980"/>
            <a:ext cx="0" cy="3600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5F8FFD7-A8E0-B24F-11F5-8E0B9ADBA230}"/>
              </a:ext>
            </a:extLst>
          </p:cNvPr>
          <p:cNvCxnSpPr>
            <a:cxnSpLocks/>
          </p:cNvCxnSpPr>
          <p:nvPr/>
        </p:nvCxnSpPr>
        <p:spPr>
          <a:xfrm>
            <a:off x="7536160" y="3248980"/>
            <a:ext cx="0" cy="3600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B38477C-B9ED-0DE8-0BF2-C551E2AA74D1}"/>
              </a:ext>
            </a:extLst>
          </p:cNvPr>
          <p:cNvCxnSpPr>
            <a:cxnSpLocks/>
          </p:cNvCxnSpPr>
          <p:nvPr/>
        </p:nvCxnSpPr>
        <p:spPr>
          <a:xfrm>
            <a:off x="8976320" y="3248980"/>
            <a:ext cx="0" cy="3600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ED31FB1-9496-8447-0BF6-2921B62676E5}"/>
              </a:ext>
            </a:extLst>
          </p:cNvPr>
          <p:cNvCxnSpPr>
            <a:cxnSpLocks/>
          </p:cNvCxnSpPr>
          <p:nvPr/>
        </p:nvCxnSpPr>
        <p:spPr>
          <a:xfrm>
            <a:off x="10416480" y="3248980"/>
            <a:ext cx="0" cy="3600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E929E38-B922-DF87-E586-05506D4838C2}"/>
              </a:ext>
            </a:extLst>
          </p:cNvPr>
          <p:cNvCxnSpPr>
            <a:cxnSpLocks/>
          </p:cNvCxnSpPr>
          <p:nvPr/>
        </p:nvCxnSpPr>
        <p:spPr>
          <a:xfrm>
            <a:off x="350958" y="3248980"/>
            <a:ext cx="0" cy="36004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CCC63B43-BFC2-CEF5-9DA5-2C0D321ADCB4}"/>
              </a:ext>
            </a:extLst>
          </p:cNvPr>
          <p:cNvSpPr txBox="1"/>
          <p:nvPr/>
        </p:nvSpPr>
        <p:spPr>
          <a:xfrm>
            <a:off x="334963" y="1665288"/>
            <a:ext cx="4237037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5"/>
                </a:solidFill>
                <a:latin typeface="Lucida Console" panose="020B0609040504020204" pitchFamily="49" charset="0"/>
              </a:rPr>
              <a:t>SELECT</a:t>
            </a:r>
            <a:r>
              <a:rPr lang="en-US" sz="1400" b="1" dirty="0">
                <a:latin typeface="Lucida Console" panose="020B0609040504020204" pitchFamily="49" charset="0"/>
              </a:rPr>
              <a:t> *</a:t>
            </a:r>
          </a:p>
          <a:p>
            <a:r>
              <a:rPr lang="en-US" sz="1400" b="1" dirty="0">
                <a:solidFill>
                  <a:schemeClr val="accent5"/>
                </a:solidFill>
                <a:latin typeface="Lucida Console" panose="020B0609040504020204" pitchFamily="49" charset="0"/>
              </a:rPr>
              <a:t>FROM</a:t>
            </a:r>
            <a:r>
              <a:rPr lang="en-US" sz="1400" b="1" dirty="0">
                <a:latin typeface="Lucida Console" panose="020B0609040504020204" pitchFamily="49" charset="0"/>
              </a:rPr>
              <a:t>   </a:t>
            </a:r>
            <a:r>
              <a:rPr lang="en-US" sz="1400" b="1" dirty="0" err="1">
                <a:latin typeface="Lucida Console" panose="020B0609040504020204" pitchFamily="49" charset="0"/>
              </a:rPr>
              <a:t>dbo.orders</a:t>
            </a:r>
            <a:br>
              <a:rPr lang="en-US" sz="1400" b="1" dirty="0">
                <a:latin typeface="Lucida Console" panose="020B0609040504020204" pitchFamily="49" charset="0"/>
              </a:rPr>
            </a:br>
            <a:r>
              <a:rPr lang="en-US" sz="1400" b="1" dirty="0">
                <a:solidFill>
                  <a:schemeClr val="accent5"/>
                </a:solidFill>
                <a:latin typeface="Lucida Console" panose="020B0609040504020204" pitchFamily="49" charset="0"/>
              </a:rPr>
              <a:t>WHERE</a:t>
            </a:r>
            <a:r>
              <a:rPr lang="en-US" sz="1400" b="1" dirty="0">
                <a:latin typeface="Lucida Console" panose="020B0609040504020204" pitchFamily="49" charset="0"/>
              </a:rPr>
              <a:t>  </a:t>
            </a:r>
            <a:r>
              <a:rPr lang="en-US" sz="1400" b="1" dirty="0" err="1">
                <a:latin typeface="Lucida Console" panose="020B0609040504020204" pitchFamily="49" charset="0"/>
              </a:rPr>
              <a:t>o_orderpriority</a:t>
            </a:r>
            <a:r>
              <a:rPr lang="en-US" sz="1400" b="1" dirty="0">
                <a:latin typeface="Lucida Console" panose="020B0609040504020204" pitchFamily="49" charset="0"/>
              </a:rPr>
              <a:t> = </a:t>
            </a:r>
            <a:r>
              <a:rPr lang="en-US" sz="1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‘1-HIGH’</a:t>
            </a:r>
            <a:r>
              <a:rPr lang="en-US" sz="1400" b="1" dirty="0">
                <a:latin typeface="Lucida Console" panose="020B0609040504020204" pitchFamily="49" charset="0"/>
              </a:rPr>
              <a:t>;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E4F2C83-D1DA-4104-0381-E583C704F83D}"/>
              </a:ext>
            </a:extLst>
          </p:cNvPr>
          <p:cNvCxnSpPr>
            <a:stCxn id="16" idx="2"/>
          </p:cNvCxnSpPr>
          <p:nvPr/>
        </p:nvCxnSpPr>
        <p:spPr>
          <a:xfrm flipH="1">
            <a:off x="350958" y="2403952"/>
            <a:ext cx="2102524" cy="84502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6B425970-F31C-E193-2736-93E7B78FE357}"/>
              </a:ext>
            </a:extLst>
          </p:cNvPr>
          <p:cNvSpPr txBox="1"/>
          <p:nvPr/>
        </p:nvSpPr>
        <p:spPr>
          <a:xfrm>
            <a:off x="1775519" y="3968576"/>
            <a:ext cx="864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Compilation and Optimization</a:t>
            </a:r>
          </a:p>
        </p:txBody>
      </p:sp>
      <p:sp>
        <p:nvSpPr>
          <p:cNvPr id="20" name="Binding Phase">
            <a:extLst>
              <a:ext uri="{FF2B5EF4-FFF2-40B4-BE49-F238E27FC236}">
                <a16:creationId xmlns:a16="http://schemas.microsoft.com/office/drawing/2014/main" id="{7C63A38B-942E-CB55-D437-4691E4D83882}"/>
              </a:ext>
            </a:extLst>
          </p:cNvPr>
          <p:cNvSpPr txBox="1"/>
          <p:nvPr/>
        </p:nvSpPr>
        <p:spPr>
          <a:xfrm>
            <a:off x="1775520" y="4328616"/>
            <a:ext cx="1440160" cy="548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1400" b="1" dirty="0"/>
              <a:t>Binding Phase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F8CC733-6332-C767-677D-AE0BCF700B6A}"/>
              </a:ext>
            </a:extLst>
          </p:cNvPr>
          <p:cNvSpPr txBox="1"/>
          <p:nvPr/>
        </p:nvSpPr>
        <p:spPr>
          <a:xfrm>
            <a:off x="334963" y="3609020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</a:t>
            </a:r>
            <a:r>
              <a:rPr lang="en-US" sz="1400" b="1" baseline="-25000" dirty="0"/>
              <a:t>0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16E2045-505F-FD8D-0710-84E43B276BB5}"/>
              </a:ext>
            </a:extLst>
          </p:cNvPr>
          <p:cNvSpPr txBox="1"/>
          <p:nvPr/>
        </p:nvSpPr>
        <p:spPr>
          <a:xfrm>
            <a:off x="1774530" y="3605682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</a:t>
            </a:r>
            <a:r>
              <a:rPr lang="en-US" sz="1400" b="1" baseline="-25000" dirty="0"/>
              <a:t>1</a:t>
            </a:r>
          </a:p>
        </p:txBody>
      </p:sp>
      <p:sp>
        <p:nvSpPr>
          <p:cNvPr id="24" name="Optimization Phase">
            <a:extLst>
              <a:ext uri="{FF2B5EF4-FFF2-40B4-BE49-F238E27FC236}">
                <a16:creationId xmlns:a16="http://schemas.microsoft.com/office/drawing/2014/main" id="{DF96F8F8-2877-E1EA-937D-335A75C92118}"/>
              </a:ext>
            </a:extLst>
          </p:cNvPr>
          <p:cNvSpPr txBox="1"/>
          <p:nvPr/>
        </p:nvSpPr>
        <p:spPr>
          <a:xfrm>
            <a:off x="3215185" y="4328616"/>
            <a:ext cx="1440160" cy="548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1400" b="1" dirty="0"/>
              <a:t>Optimization Phase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29EA67C-9788-1971-5F0E-BB233B7679A7}"/>
              </a:ext>
            </a:extLst>
          </p:cNvPr>
          <p:cNvSpPr txBox="1"/>
          <p:nvPr/>
        </p:nvSpPr>
        <p:spPr>
          <a:xfrm>
            <a:off x="3215185" y="3605682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t</a:t>
            </a:r>
            <a:r>
              <a:rPr lang="en-US" sz="1400" b="1" baseline="-25000" dirty="0"/>
              <a:t>2</a:t>
            </a:r>
          </a:p>
        </p:txBody>
      </p:sp>
      <p:sp>
        <p:nvSpPr>
          <p:cNvPr id="26" name="Loading Statistics">
            <a:extLst>
              <a:ext uri="{FF2B5EF4-FFF2-40B4-BE49-F238E27FC236}">
                <a16:creationId xmlns:a16="http://schemas.microsoft.com/office/drawing/2014/main" id="{F4A8A769-5A57-0A40-15A8-2413758AA073}"/>
              </a:ext>
            </a:extLst>
          </p:cNvPr>
          <p:cNvSpPr txBox="1"/>
          <p:nvPr/>
        </p:nvSpPr>
        <p:spPr>
          <a:xfrm>
            <a:off x="3215185" y="5085184"/>
            <a:ext cx="1440160" cy="548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1400" b="1" dirty="0"/>
              <a:t>Loading statistics</a:t>
            </a:r>
          </a:p>
        </p:txBody>
      </p:sp>
      <p:sp>
        <p:nvSpPr>
          <p:cNvPr id="27" name="Creating a Plan">
            <a:extLst>
              <a:ext uri="{FF2B5EF4-FFF2-40B4-BE49-F238E27FC236}">
                <a16:creationId xmlns:a16="http://schemas.microsoft.com/office/drawing/2014/main" id="{28C3D6A7-C661-FBDF-C255-18ADCE01499A}"/>
              </a:ext>
            </a:extLst>
          </p:cNvPr>
          <p:cNvSpPr txBox="1"/>
          <p:nvPr/>
        </p:nvSpPr>
        <p:spPr>
          <a:xfrm>
            <a:off x="8976320" y="4328615"/>
            <a:ext cx="1440160" cy="548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1400" b="1" dirty="0"/>
              <a:t>Creating a plan</a:t>
            </a:r>
          </a:p>
        </p:txBody>
      </p:sp>
      <p:sp>
        <p:nvSpPr>
          <p:cNvPr id="28" name="Execute the Query">
            <a:extLst>
              <a:ext uri="{FF2B5EF4-FFF2-40B4-BE49-F238E27FC236}">
                <a16:creationId xmlns:a16="http://schemas.microsoft.com/office/drawing/2014/main" id="{E33265A0-7B11-7805-2079-704C900A1B0C}"/>
              </a:ext>
            </a:extLst>
          </p:cNvPr>
          <p:cNvSpPr txBox="1"/>
          <p:nvPr/>
        </p:nvSpPr>
        <p:spPr>
          <a:xfrm>
            <a:off x="10416878" y="4328614"/>
            <a:ext cx="1440160" cy="548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1400" b="1" dirty="0"/>
              <a:t>Execute the query</a:t>
            </a:r>
          </a:p>
        </p:txBody>
      </p:sp>
      <p:sp>
        <p:nvSpPr>
          <p:cNvPr id="29" name="Outdated?">
            <a:extLst>
              <a:ext uri="{FF2B5EF4-FFF2-40B4-BE49-F238E27FC236}">
                <a16:creationId xmlns:a16="http://schemas.microsoft.com/office/drawing/2014/main" id="{9DADB14F-6233-A138-61EB-A1D1A6F01531}"/>
              </a:ext>
            </a:extLst>
          </p:cNvPr>
          <p:cNvSpPr/>
          <p:nvPr/>
        </p:nvSpPr>
        <p:spPr>
          <a:xfrm>
            <a:off x="4799856" y="5085184"/>
            <a:ext cx="1295153" cy="548867"/>
          </a:xfrm>
          <a:prstGeom prst="diamond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Outdated?</a:t>
            </a:r>
          </a:p>
        </p:txBody>
      </p:sp>
      <p:cxnSp>
        <p:nvCxnSpPr>
          <p:cNvPr id="31" name="Connection (OUTDATED)">
            <a:extLst>
              <a:ext uri="{FF2B5EF4-FFF2-40B4-BE49-F238E27FC236}">
                <a16:creationId xmlns:a16="http://schemas.microsoft.com/office/drawing/2014/main" id="{92113B18-61F0-0705-4D54-AC95887E245B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>
            <a:off x="4655345" y="5359618"/>
            <a:ext cx="144511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ion (NO)">
            <a:extLst>
              <a:ext uri="{FF2B5EF4-FFF2-40B4-BE49-F238E27FC236}">
                <a16:creationId xmlns:a16="http://schemas.microsoft.com/office/drawing/2014/main" id="{C5170B1A-D710-613B-602F-33A2C477734F}"/>
              </a:ext>
            </a:extLst>
          </p:cNvPr>
          <p:cNvCxnSpPr>
            <a:cxnSpLocks/>
            <a:stCxn id="29" idx="0"/>
            <a:endCxn id="27" idx="1"/>
          </p:cNvCxnSpPr>
          <p:nvPr/>
        </p:nvCxnSpPr>
        <p:spPr>
          <a:xfrm rot="5400000" flipH="1" flipV="1">
            <a:off x="6970809" y="3079674"/>
            <a:ext cx="482135" cy="3528887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781B13FE-3DB2-2F26-AA08-D4C09417FF18}"/>
              </a:ext>
            </a:extLst>
          </p:cNvPr>
          <p:cNvSpPr txBox="1"/>
          <p:nvPr/>
        </p:nvSpPr>
        <p:spPr>
          <a:xfrm>
            <a:off x="10416472" y="3605682"/>
            <a:ext cx="327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/>
              <a:t>t</a:t>
            </a:r>
            <a:r>
              <a:rPr lang="en-US" sz="1400" b="1" baseline="-25000" dirty="0" err="1"/>
              <a:t>n</a:t>
            </a:r>
            <a:endParaRPr lang="en-US" sz="1400" b="1" baseline="-25000" dirty="0"/>
          </a:p>
        </p:txBody>
      </p:sp>
      <p:sp>
        <p:nvSpPr>
          <p:cNvPr id="41" name="No">
            <a:extLst>
              <a:ext uri="{FF2B5EF4-FFF2-40B4-BE49-F238E27FC236}">
                <a16:creationId xmlns:a16="http://schemas.microsoft.com/office/drawing/2014/main" id="{30C31D57-8703-DA7C-DFAF-1DCAA29CD722}"/>
              </a:ext>
            </a:extLst>
          </p:cNvPr>
          <p:cNvSpPr txBox="1"/>
          <p:nvPr/>
        </p:nvSpPr>
        <p:spPr>
          <a:xfrm>
            <a:off x="5447028" y="4337908"/>
            <a:ext cx="3528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No</a:t>
            </a:r>
          </a:p>
        </p:txBody>
      </p:sp>
      <p:sp>
        <p:nvSpPr>
          <p:cNvPr id="42" name="Update Statistics">
            <a:extLst>
              <a:ext uri="{FF2B5EF4-FFF2-40B4-BE49-F238E27FC236}">
                <a16:creationId xmlns:a16="http://schemas.microsoft.com/office/drawing/2014/main" id="{170EC4FA-1619-56F8-5AE1-88CDDFDC3B04}"/>
              </a:ext>
            </a:extLst>
          </p:cNvPr>
          <p:cNvSpPr txBox="1"/>
          <p:nvPr/>
        </p:nvSpPr>
        <p:spPr>
          <a:xfrm>
            <a:off x="7536160" y="5085184"/>
            <a:ext cx="1440160" cy="548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n-US" sz="1400" b="1" dirty="0"/>
              <a:t>update statistics</a:t>
            </a:r>
          </a:p>
        </p:txBody>
      </p:sp>
      <p:cxnSp>
        <p:nvCxnSpPr>
          <p:cNvPr id="44" name="Connection (YES)">
            <a:extLst>
              <a:ext uri="{FF2B5EF4-FFF2-40B4-BE49-F238E27FC236}">
                <a16:creationId xmlns:a16="http://schemas.microsoft.com/office/drawing/2014/main" id="{F88D777D-C58D-8775-2B93-BB14944387DB}"/>
              </a:ext>
            </a:extLst>
          </p:cNvPr>
          <p:cNvCxnSpPr>
            <a:stCxn id="29" idx="3"/>
            <a:endCxn id="42" idx="1"/>
          </p:cNvCxnSpPr>
          <p:nvPr/>
        </p:nvCxnSpPr>
        <p:spPr>
          <a:xfrm>
            <a:off x="6095009" y="5359618"/>
            <a:ext cx="144115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Yes">
            <a:extLst>
              <a:ext uri="{FF2B5EF4-FFF2-40B4-BE49-F238E27FC236}">
                <a16:creationId xmlns:a16="http://schemas.microsoft.com/office/drawing/2014/main" id="{DCDF7DDF-EFCD-43D3-7EB0-7118B6895657}"/>
              </a:ext>
            </a:extLst>
          </p:cNvPr>
          <p:cNvSpPr txBox="1"/>
          <p:nvPr/>
        </p:nvSpPr>
        <p:spPr>
          <a:xfrm>
            <a:off x="6095199" y="5047147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Yes</a:t>
            </a:r>
          </a:p>
        </p:txBody>
      </p:sp>
      <p:cxnSp>
        <p:nvCxnSpPr>
          <p:cNvPr id="47" name="Verbinder: gewinkelt 46">
            <a:extLst>
              <a:ext uri="{FF2B5EF4-FFF2-40B4-BE49-F238E27FC236}">
                <a16:creationId xmlns:a16="http://schemas.microsoft.com/office/drawing/2014/main" id="{21E02DF8-DAC3-3D13-9547-DB6F334DD9B5}"/>
              </a:ext>
            </a:extLst>
          </p:cNvPr>
          <p:cNvCxnSpPr>
            <a:stCxn id="42" idx="3"/>
            <a:endCxn id="27" idx="2"/>
          </p:cNvCxnSpPr>
          <p:nvPr/>
        </p:nvCxnSpPr>
        <p:spPr>
          <a:xfrm flipV="1">
            <a:off x="8976320" y="4877482"/>
            <a:ext cx="720080" cy="482136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SCH_S Lock">
            <a:extLst>
              <a:ext uri="{FF2B5EF4-FFF2-40B4-BE49-F238E27FC236}">
                <a16:creationId xmlns:a16="http://schemas.microsoft.com/office/drawing/2014/main" id="{0BD58E2C-3BAB-EE81-0978-AF2EAC60E705}"/>
              </a:ext>
            </a:extLst>
          </p:cNvPr>
          <p:cNvSpPr txBox="1"/>
          <p:nvPr/>
        </p:nvSpPr>
        <p:spPr>
          <a:xfrm>
            <a:off x="3215185" y="5634051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SCH_S Lock</a:t>
            </a:r>
          </a:p>
        </p:txBody>
      </p:sp>
      <p:sp>
        <p:nvSpPr>
          <p:cNvPr id="49" name="SCH_M Lock">
            <a:extLst>
              <a:ext uri="{FF2B5EF4-FFF2-40B4-BE49-F238E27FC236}">
                <a16:creationId xmlns:a16="http://schemas.microsoft.com/office/drawing/2014/main" id="{4C1A238A-0404-53A5-3B37-56CA8487393D}"/>
              </a:ext>
            </a:extLst>
          </p:cNvPr>
          <p:cNvSpPr txBox="1"/>
          <p:nvPr/>
        </p:nvSpPr>
        <p:spPr>
          <a:xfrm>
            <a:off x="7535359" y="5638745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SCH_M Lock</a:t>
            </a:r>
          </a:p>
        </p:txBody>
      </p:sp>
    </p:spTree>
    <p:extLst>
      <p:ext uri="{BB962C8B-B14F-4D97-AF65-F5344CB8AC3E}">
        <p14:creationId xmlns:p14="http://schemas.microsoft.com/office/powerpoint/2010/main" val="57012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41" grpId="0"/>
      <p:bldP spid="42" grpId="0" animBg="1"/>
      <p:bldP spid="45" grpId="0"/>
      <p:bldP spid="48" grpId="0"/>
      <p:bldP spid="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B9C2-0D65-2EA7-F655-F137CFAB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668E183-D5F2-A8B2-64E9-68CD09B5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Statistics updated?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36AAD6-F94C-076B-D190-7BD3B6EC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1" y="1700213"/>
            <a:ext cx="4465637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9B478-FE13-271A-0827-D07CAE60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AE296-1732-8B96-7BE7-7065CEE08E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Internals of Statistics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F5F127-252A-F909-7F3D-6A2EB1A91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Statistics: The part SQL Server updates… eventually.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4854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 of statistics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STATS_HEADER</a:t>
            </a:r>
          </a:p>
          <a:p>
            <a:pPr lvl="1"/>
            <a:r>
              <a:rPr lang="en-US" dirty="0"/>
              <a:t>common information about the statistics object</a:t>
            </a:r>
          </a:p>
          <a:p>
            <a:r>
              <a:rPr lang="en-US" dirty="0"/>
              <a:t>DENSITY_VECTOR</a:t>
            </a:r>
          </a:p>
          <a:p>
            <a:pPr lvl="1"/>
            <a:r>
              <a:rPr lang="en-US" dirty="0"/>
              <a:t>average distribution of records by unique attribute combination</a:t>
            </a:r>
          </a:p>
          <a:p>
            <a:r>
              <a:rPr lang="en-US" dirty="0"/>
              <a:t>HISTOGRAM</a:t>
            </a:r>
          </a:p>
          <a:p>
            <a:pPr lvl="1"/>
            <a:r>
              <a:rPr lang="en-US" dirty="0"/>
              <a:t>distribution of the first key/attribute of an index / statistics object</a:t>
            </a:r>
          </a:p>
        </p:txBody>
      </p:sp>
    </p:spTree>
    <p:extLst>
      <p:ext uri="{BB962C8B-B14F-4D97-AF65-F5344CB8AC3E}">
        <p14:creationId xmlns:p14="http://schemas.microsoft.com/office/powerpoint/2010/main" val="600213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9031759-6726-F0FB-9357-9C904AFC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3C5AB83-5D18-9E25-2D7D-C06848116C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DBCC Command</a:t>
            </a:r>
          </a:p>
          <a:p>
            <a:endParaRPr lang="en-US" dirty="0"/>
          </a:p>
          <a:p>
            <a:pPr marL="0" indent="0">
              <a:buNone/>
              <a:tabLst>
                <a:tab pos="360363" algn="l"/>
              </a:tabLst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rPr>
              <a:t>DBCC SHOW_STATISTICS</a:t>
            </a:r>
            <a:br>
              <a:rPr lang="en-US" sz="1800" dirty="0">
                <a:latin typeface="Lucida Console" panose="020B0609040504020204" pitchFamily="49" charset="0"/>
              </a:rPr>
            </a:br>
            <a:r>
              <a:rPr lang="en-US" sz="1800" dirty="0">
                <a:latin typeface="Lucida Console" panose="020B0609040504020204" pitchFamily="49" charset="0"/>
              </a:rPr>
              <a:t>(</a:t>
            </a:r>
            <a:br>
              <a:rPr lang="en-US" sz="1800" dirty="0">
                <a:latin typeface="Lucida Console" panose="020B0609040504020204" pitchFamily="49" charset="0"/>
              </a:rPr>
            </a:br>
            <a:r>
              <a:rPr lang="en-US" sz="1800" dirty="0">
                <a:latin typeface="Lucida Console" panose="020B0609040504020204" pitchFamily="49" charset="0"/>
              </a:rPr>
              <a:t>	</a:t>
            </a:r>
            <a:r>
              <a:rPr lang="en-US" sz="1800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name_of_table</a:t>
            </a:r>
            <a:r>
              <a:rPr lang="en-US" sz="1800" dirty="0">
                <a:latin typeface="Lucida Console" panose="020B0609040504020204" pitchFamily="49" charset="0"/>
              </a:rPr>
              <a:t>,</a:t>
            </a:r>
            <a:br>
              <a:rPr lang="en-US" sz="1800" dirty="0">
                <a:latin typeface="Lucida Console" panose="020B0609040504020204" pitchFamily="49" charset="0"/>
              </a:rPr>
            </a:br>
            <a:r>
              <a:rPr lang="en-US" sz="1800" dirty="0">
                <a:latin typeface="Lucida Console" panose="020B0609040504020204" pitchFamily="49" charset="0"/>
              </a:rPr>
              <a:t>	</a:t>
            </a:r>
            <a:r>
              <a:rPr lang="en-US" sz="1800" dirty="0">
                <a:solidFill>
                  <a:srgbClr val="C00000"/>
                </a:solidFill>
                <a:latin typeface="Lucida Console" panose="020B0609040504020204" pitchFamily="49" charset="0"/>
              </a:rPr>
              <a:t>name of index/statistics</a:t>
            </a:r>
            <a:br>
              <a:rPr lang="en-US" sz="1800" dirty="0">
                <a:latin typeface="Lucida Console" panose="020B0609040504020204" pitchFamily="49" charset="0"/>
              </a:rPr>
            </a:br>
            <a:r>
              <a:rPr lang="en-US" sz="1800" dirty="0">
                <a:latin typeface="Lucida Console" panose="020B0609040504020204" pitchFamily="49" charset="0"/>
              </a:rPr>
              <a:t>);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63B7534-CAF2-78F4-A36D-F187DB7521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Modern analysis with DMV / DMF</a:t>
            </a:r>
          </a:p>
          <a:p>
            <a:endParaRPr lang="en-US" dirty="0"/>
          </a:p>
          <a:p>
            <a:pPr marL="0" indent="0">
              <a:buNone/>
              <a:tabLst>
                <a:tab pos="4305300" algn="l"/>
              </a:tabLst>
            </a:pP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</a:rPr>
              <a:t>sys.stats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</a:rPr>
              <a:t>	(DMV)</a:t>
            </a:r>
          </a:p>
          <a:p>
            <a:pPr marL="0" indent="0">
              <a:buNone/>
              <a:tabLst>
                <a:tab pos="4305300" algn="l"/>
              </a:tabLst>
            </a:pP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</a:rPr>
              <a:t>sys.dm_db_stats_histogram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</a:rPr>
              <a:t>()	(DMF)</a:t>
            </a:r>
          </a:p>
          <a:p>
            <a:pPr marL="0" indent="0">
              <a:buNone/>
              <a:tabLst>
                <a:tab pos="4305300" algn="l"/>
              </a:tabLst>
            </a:pP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</a:rPr>
              <a:t>sys.dm_db_stats_properties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</a:rPr>
              <a:t>()	(DMF)</a:t>
            </a:r>
          </a:p>
          <a:p>
            <a:pPr marL="0" indent="0">
              <a:buNone/>
              <a:tabLst>
                <a:tab pos="4305300" algn="l"/>
              </a:tabLst>
            </a:pP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</a:rPr>
              <a:t>Sys.dm_db_stats_properties_internal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5570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Usage of statistics objects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histogram of a statistics object can only be used if the value of the predicate is known at compile time!</a:t>
            </a:r>
          </a:p>
          <a:p>
            <a:r>
              <a:rPr lang="en-US" dirty="0"/>
              <a:t>If the value of the predicate is not known, Microsoft SQL Server can only use the density vector!</a:t>
            </a:r>
          </a:p>
        </p:txBody>
      </p:sp>
    </p:spTree>
    <p:extLst>
      <p:ext uri="{BB962C8B-B14F-4D97-AF65-F5344CB8AC3E}">
        <p14:creationId xmlns:p14="http://schemas.microsoft.com/office/powerpoint/2010/main" val="470343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90393-08B2-9B21-19F6-7C920A3B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B252979-0356-8D5B-7444-6CC6D550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Internals of Statistics</a:t>
            </a:r>
            <a:endParaRPr lang="en-US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2E89FAF-B1F8-17C5-341F-E7F8B0144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1" y="1700213"/>
            <a:ext cx="4465637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5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Maintenance of statistics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Statistics have to be updated </a:t>
            </a:r>
            <a:r>
              <a:rPr lang="en-US" dirty="0" err="1"/>
              <a:t>regulary</a:t>
            </a:r>
            <a:r>
              <a:rPr lang="en-US" dirty="0"/>
              <a:t> for efficient execution plans</a:t>
            </a:r>
          </a:p>
          <a:p>
            <a:r>
              <a:rPr lang="en-US" dirty="0"/>
              <a:t>Statistics will be recreated / updated by the following conditions:</a:t>
            </a:r>
          </a:p>
          <a:p>
            <a:pPr lvl="1"/>
            <a:r>
              <a:rPr lang="en-US" dirty="0"/>
              <a:t>Creation / Rebuild of an index</a:t>
            </a:r>
          </a:p>
          <a:p>
            <a:pPr lvl="1"/>
            <a:r>
              <a:rPr lang="en-US" dirty="0"/>
              <a:t>Execution of </a:t>
            </a:r>
            <a:r>
              <a:rPr lang="en-US" dirty="0" err="1"/>
              <a:t>sp_updatestats</a:t>
            </a:r>
            <a:endParaRPr lang="en-US" dirty="0"/>
          </a:p>
          <a:p>
            <a:pPr lvl="1"/>
            <a:r>
              <a:rPr lang="en-US" dirty="0"/>
              <a:t>Execution of UPDATE STATISTICS</a:t>
            </a:r>
          </a:p>
          <a:p>
            <a:pPr lvl="1"/>
            <a:r>
              <a:rPr lang="en-US" dirty="0"/>
              <a:t>Automatic updated</a:t>
            </a:r>
          </a:p>
          <a:p>
            <a:r>
              <a:rPr lang="en-US" dirty="0"/>
              <a:t>Recommendation</a:t>
            </a:r>
          </a:p>
          <a:p>
            <a:pPr lvl="1"/>
            <a:r>
              <a:rPr lang="en-US" dirty="0">
                <a:hlinkClick r:id="rId2"/>
              </a:rPr>
              <a:t>http://ola.hallengren.com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496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C4ED62F4-FF02-8033-B81D-87560AD48DB2}"/>
              </a:ext>
            </a:extLst>
          </p:cNvPr>
          <p:cNvSpPr txBox="1"/>
          <p:nvPr/>
        </p:nvSpPr>
        <p:spPr>
          <a:xfrm>
            <a:off x="1400783" y="15466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l-PL" dirty="0"/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2AB527FB-1B6F-3C01-DAD6-8334BBD67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469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Wand, drinnen, Person, essend enthält.&#10;&#10;Automatisch generierte Beschreibung">
            <a:extLst>
              <a:ext uri="{FF2B5EF4-FFF2-40B4-BE49-F238E27FC236}">
                <a16:creationId xmlns:a16="http://schemas.microsoft.com/office/drawing/2014/main" id="{B83979AF-EC4E-A3B7-5E7A-4742A3BCD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1196975"/>
            <a:ext cx="3409950" cy="3429000"/>
          </a:xfrm>
          <a:prstGeom prst="rect">
            <a:avLst/>
          </a:prstGeom>
          <a:ln w="57150">
            <a:solidFill>
              <a:schemeClr val="tx1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</p:pic>
      <p:sp>
        <p:nvSpPr>
          <p:cNvPr id="2" name="Untertitel 2">
            <a:extLst>
              <a:ext uri="{FF2B5EF4-FFF2-40B4-BE49-F238E27FC236}">
                <a16:creationId xmlns:a16="http://schemas.microsoft.com/office/drawing/2014/main" id="{C397CE24-1561-012C-8144-0FD46600A04F}"/>
              </a:ext>
            </a:extLst>
          </p:cNvPr>
          <p:cNvSpPr txBox="1">
            <a:spLocks/>
          </p:cNvSpPr>
          <p:nvPr/>
        </p:nvSpPr>
        <p:spPr>
          <a:xfrm>
            <a:off x="344245" y="4870174"/>
            <a:ext cx="11510683" cy="743821"/>
          </a:xfrm>
          <a:prstGeom prst="rect">
            <a:avLst/>
          </a:prstGeom>
        </p:spPr>
        <p:txBody>
          <a:bodyPr/>
          <a:lstStyle>
            <a:lvl1pPr marL="228584" indent="-228584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>
                <a:hlinkClick r:id="rId3"/>
              </a:rPr>
              <a:t>https://github.com/db-berater/</a:t>
            </a:r>
            <a:r>
              <a:rPr lang="de-DE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6906354"/>
      </p:ext>
    </p:extLst>
  </p:cSld>
  <p:clrMapOvr>
    <a:masterClrMapping/>
  </p:clrMapOvr>
</p:sld>
</file>

<file path=ppt/theme/theme1.xml><?xml version="1.0" encoding="utf-8"?>
<a:theme xmlns:a="http://schemas.openxmlformats.org/drawingml/2006/main" name="1_db-berater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" id="{A415B4FD-AA9B-4461-AC2B-36ED5617A0E3}" vid="{018F950C-F5FA-4D6B-B0C1-0DCF0BD0511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db-berater</Template>
  <TotalTime>0</TotalTime>
  <Words>1486</Words>
  <Application>Microsoft Office PowerPoint</Application>
  <PresentationFormat>Breitbild</PresentationFormat>
  <Paragraphs>225</Paragraphs>
  <Slides>29</Slides>
  <Notes>9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Cambria Math</vt:lpstr>
      <vt:lpstr>Cascadia Mono</vt:lpstr>
      <vt:lpstr>Lucida Console</vt:lpstr>
      <vt:lpstr>Segoe UI</vt:lpstr>
      <vt:lpstr>verdana</vt:lpstr>
      <vt:lpstr>1_db-berater</vt:lpstr>
      <vt:lpstr>Mastering SQL Server Statistics</vt:lpstr>
      <vt:lpstr>PowerPoint-Präsentation</vt:lpstr>
      <vt:lpstr>Uwe Ricken db Berater GmbH</vt:lpstr>
      <vt:lpstr>Challenge SQL Server real world scenarios</vt:lpstr>
      <vt:lpstr>SQL Server for Juniors, Managers &amp; Consultants</vt:lpstr>
      <vt:lpstr>Session Agenda</vt:lpstr>
      <vt:lpstr>What are Statistics in SQL Server</vt:lpstr>
      <vt:lpstr>Let's plan a house….</vt:lpstr>
      <vt:lpstr>I would like a house for my family</vt:lpstr>
      <vt:lpstr>I would like a house for my family</vt:lpstr>
      <vt:lpstr>I would like a house for my family</vt:lpstr>
      <vt:lpstr>I would like a house for my family</vt:lpstr>
      <vt:lpstr>I would like a house for my family</vt:lpstr>
      <vt:lpstr>Basics about Statistics</vt:lpstr>
      <vt:lpstr>Database Settings</vt:lpstr>
      <vt:lpstr>When are Statistics created?</vt:lpstr>
      <vt:lpstr>When are Statistics created?</vt:lpstr>
      <vt:lpstr>When are Statistics updated?</vt:lpstr>
      <vt:lpstr>Algorithm for AUTO_UPDATE_STATISTICS:</vt:lpstr>
      <vt:lpstr>Triggering Update of Statistics</vt:lpstr>
      <vt:lpstr>When are Statistics updated?</vt:lpstr>
      <vt:lpstr>Internals of Statistics</vt:lpstr>
      <vt:lpstr>Organization of statistics</vt:lpstr>
      <vt:lpstr>PowerPoint-Präsentation</vt:lpstr>
      <vt:lpstr>Usage of statistics objects</vt:lpstr>
      <vt:lpstr>Internals of Statistics</vt:lpstr>
      <vt:lpstr>Maintenance of statistics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Uwe Ricken</dc:creator>
  <cp:lastModifiedBy>Uwe Ricken</cp:lastModifiedBy>
  <cp:revision>46</cp:revision>
  <dcterms:created xsi:type="dcterms:W3CDTF">2024-11-09T16:26:01Z</dcterms:created>
  <dcterms:modified xsi:type="dcterms:W3CDTF">2026-09-24T17:24:03Z</dcterms:modified>
</cp:coreProperties>
</file>